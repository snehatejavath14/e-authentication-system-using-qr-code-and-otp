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9"/>
  </p:notesMasterIdLst>
  <p:sldIdLst>
    <p:sldId id="256" r:id="rId2"/>
    <p:sldId id="257" r:id="rId3"/>
    <p:sldId id="258" r:id="rId4"/>
    <p:sldId id="274" r:id="rId5"/>
    <p:sldId id="275" r:id="rId6"/>
    <p:sldId id="262" r:id="rId7"/>
    <p:sldId id="270" r:id="rId8"/>
    <p:sldId id="264" r:id="rId9"/>
    <p:sldId id="273" r:id="rId10"/>
    <p:sldId id="277" r:id="rId11"/>
    <p:sldId id="281" r:id="rId12"/>
    <p:sldId id="278" r:id="rId13"/>
    <p:sldId id="282" r:id="rId14"/>
    <p:sldId id="279" r:id="rId15"/>
    <p:sldId id="276" r:id="rId16"/>
    <p:sldId id="268" r:id="rId17"/>
    <p:sldId id="2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1A1D890-5609-416C-93BC-6A95BE1762BE}">
          <p14:sldIdLst>
            <p14:sldId id="256"/>
            <p14:sldId id="257"/>
            <p14:sldId id="258"/>
            <p14:sldId id="274"/>
            <p14:sldId id="275"/>
            <p14:sldId id="262"/>
            <p14:sldId id="270"/>
            <p14:sldId id="264"/>
            <p14:sldId id="273"/>
            <p14:sldId id="277"/>
            <p14:sldId id="281"/>
            <p14:sldId id="278"/>
            <p14:sldId id="282"/>
            <p14:sldId id="279"/>
            <p14:sldId id="276"/>
            <p14:sldId id="268"/>
            <p14:sldId id="28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3C3103-ADDA-447A-A9D7-95CFCC46D901}" v="7" dt="2024-07-05T18:39:42.6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196" autoAdjust="0"/>
  </p:normalViewPr>
  <p:slideViewPr>
    <p:cSldViewPr snapToGrid="0">
      <p:cViewPr>
        <p:scale>
          <a:sx n="50" d="100"/>
          <a:sy n="50" d="100"/>
        </p:scale>
        <p:origin x="1242" y="22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vaneshwari Devunuri" userId="634b9ceb798c2036" providerId="LiveId" clId="{013C3103-ADDA-447A-A9D7-95CFCC46D901}"/>
    <pc:docChg chg="undo custSel addSld delSld modSld modSection">
      <pc:chgData name="Shravaneshwari Devunuri" userId="634b9ceb798c2036" providerId="LiveId" clId="{013C3103-ADDA-447A-A9D7-95CFCC46D901}" dt="2024-07-05T18:41:26.263" v="403" actId="14100"/>
      <pc:docMkLst>
        <pc:docMk/>
      </pc:docMkLst>
      <pc:sldChg chg="modSp mod">
        <pc:chgData name="Shravaneshwari Devunuri" userId="634b9ceb798c2036" providerId="LiveId" clId="{013C3103-ADDA-447A-A9D7-95CFCC46D901}" dt="2024-07-05T17:45:05.175" v="0" actId="255"/>
        <pc:sldMkLst>
          <pc:docMk/>
          <pc:sldMk cId="1149785860" sldId="258"/>
        </pc:sldMkLst>
        <pc:spChg chg="mod">
          <ac:chgData name="Shravaneshwari Devunuri" userId="634b9ceb798c2036" providerId="LiveId" clId="{013C3103-ADDA-447A-A9D7-95CFCC46D901}" dt="2024-07-05T17:45:05.175" v="0" actId="255"/>
          <ac:spMkLst>
            <pc:docMk/>
            <pc:sldMk cId="1149785860" sldId="258"/>
            <ac:spMk id="3" creationId="{48976E80-B2A9-80C4-CDB7-3845C3DD65CC}"/>
          </ac:spMkLst>
        </pc:spChg>
      </pc:sldChg>
      <pc:sldChg chg="addSp delSp modSp mod">
        <pc:chgData name="Shravaneshwari Devunuri" userId="634b9ceb798c2036" providerId="LiveId" clId="{013C3103-ADDA-447A-A9D7-95CFCC46D901}" dt="2024-07-05T17:50:24.510" v="36" actId="20577"/>
        <pc:sldMkLst>
          <pc:docMk/>
          <pc:sldMk cId="1746365548" sldId="277"/>
        </pc:sldMkLst>
        <pc:spChg chg="del">
          <ac:chgData name="Shravaneshwari Devunuri" userId="634b9ceb798c2036" providerId="LiveId" clId="{013C3103-ADDA-447A-A9D7-95CFCC46D901}" dt="2024-07-05T17:49:53.532" v="19" actId="21"/>
          <ac:spMkLst>
            <pc:docMk/>
            <pc:sldMk cId="1746365548" sldId="277"/>
            <ac:spMk id="2" creationId="{3A2724F5-7D65-F572-5621-147EA4BF60E4}"/>
          </ac:spMkLst>
        </pc:spChg>
        <pc:spChg chg="del">
          <ac:chgData name="Shravaneshwari Devunuri" userId="634b9ceb798c2036" providerId="LiveId" clId="{013C3103-ADDA-447A-A9D7-95CFCC46D901}" dt="2024-07-05T17:48:18.031" v="1"/>
          <ac:spMkLst>
            <pc:docMk/>
            <pc:sldMk cId="1746365548" sldId="277"/>
            <ac:spMk id="3" creationId="{C8464342-82C2-5DD9-A1C8-B499443500DD}"/>
          </ac:spMkLst>
        </pc:spChg>
        <pc:spChg chg="add mod">
          <ac:chgData name="Shravaneshwari Devunuri" userId="634b9ceb798c2036" providerId="LiveId" clId="{013C3103-ADDA-447A-A9D7-95CFCC46D901}" dt="2024-07-05T17:49:46.011" v="16" actId="767"/>
          <ac:spMkLst>
            <pc:docMk/>
            <pc:sldMk cId="1746365548" sldId="277"/>
            <ac:spMk id="8" creationId="{9326E19E-3F67-D27D-B218-4DBE9BA28B20}"/>
          </ac:spMkLst>
        </pc:spChg>
        <pc:spChg chg="add mod">
          <ac:chgData name="Shravaneshwari Devunuri" userId="634b9ceb798c2036" providerId="LiveId" clId="{013C3103-ADDA-447A-A9D7-95CFCC46D901}" dt="2024-07-05T17:50:24.510" v="36" actId="20577"/>
          <ac:spMkLst>
            <pc:docMk/>
            <pc:sldMk cId="1746365548" sldId="277"/>
            <ac:spMk id="10" creationId="{15C2EEDA-B17E-AEBD-ED28-4C8FBA0EF99B}"/>
          </ac:spMkLst>
        </pc:spChg>
        <pc:picChg chg="add mod">
          <ac:chgData name="Shravaneshwari Devunuri" userId="634b9ceb798c2036" providerId="LiveId" clId="{013C3103-ADDA-447A-A9D7-95CFCC46D901}" dt="2024-07-05T17:48:54.875" v="7" actId="1076"/>
          <ac:picMkLst>
            <pc:docMk/>
            <pc:sldMk cId="1746365548" sldId="277"/>
            <ac:picMk id="5" creationId="{A7B1EDE1-8F9E-4244-ECCB-020C6115B501}"/>
          </ac:picMkLst>
        </pc:picChg>
        <pc:picChg chg="add mod">
          <ac:chgData name="Shravaneshwari Devunuri" userId="634b9ceb798c2036" providerId="LiveId" clId="{013C3103-ADDA-447A-A9D7-95CFCC46D901}" dt="2024-07-05T17:49:47.704" v="18" actId="14100"/>
          <ac:picMkLst>
            <pc:docMk/>
            <pc:sldMk cId="1746365548" sldId="277"/>
            <ac:picMk id="7" creationId="{6F24AE15-04C8-1D3B-5AEC-5F191BC85316}"/>
          </ac:picMkLst>
        </pc:picChg>
      </pc:sldChg>
      <pc:sldChg chg="modSp mod">
        <pc:chgData name="Shravaneshwari Devunuri" userId="634b9ceb798c2036" providerId="LiveId" clId="{013C3103-ADDA-447A-A9D7-95CFCC46D901}" dt="2024-07-05T18:35:38.766" v="393" actId="20577"/>
        <pc:sldMkLst>
          <pc:docMk/>
          <pc:sldMk cId="198378319" sldId="278"/>
        </pc:sldMkLst>
        <pc:spChg chg="mod">
          <ac:chgData name="Shravaneshwari Devunuri" userId="634b9ceb798c2036" providerId="LiveId" clId="{013C3103-ADDA-447A-A9D7-95CFCC46D901}" dt="2024-07-05T18:35:22.622" v="390" actId="1076"/>
          <ac:spMkLst>
            <pc:docMk/>
            <pc:sldMk cId="198378319" sldId="278"/>
            <ac:spMk id="2" creationId="{D67B5E90-28AD-FBB4-D2DC-F472273A051F}"/>
          </ac:spMkLst>
        </pc:spChg>
        <pc:spChg chg="mod">
          <ac:chgData name="Shravaneshwari Devunuri" userId="634b9ceb798c2036" providerId="LiveId" clId="{013C3103-ADDA-447A-A9D7-95CFCC46D901}" dt="2024-07-05T18:35:38.766" v="393" actId="20577"/>
          <ac:spMkLst>
            <pc:docMk/>
            <pc:sldMk cId="198378319" sldId="278"/>
            <ac:spMk id="3" creationId="{9B05B51D-69B1-1337-5D8F-D683B35069CD}"/>
          </ac:spMkLst>
        </pc:spChg>
      </pc:sldChg>
      <pc:sldChg chg="addSp delSp modSp mod">
        <pc:chgData name="Shravaneshwari Devunuri" userId="634b9ceb798c2036" providerId="LiveId" clId="{013C3103-ADDA-447A-A9D7-95CFCC46D901}" dt="2024-07-05T18:41:26.263" v="403" actId="14100"/>
        <pc:sldMkLst>
          <pc:docMk/>
          <pc:sldMk cId="2273156402" sldId="279"/>
        </pc:sldMkLst>
        <pc:spChg chg="mod">
          <ac:chgData name="Shravaneshwari Devunuri" userId="634b9ceb798c2036" providerId="LiveId" clId="{013C3103-ADDA-447A-A9D7-95CFCC46D901}" dt="2024-07-05T18:40:08.701" v="398" actId="1076"/>
          <ac:spMkLst>
            <pc:docMk/>
            <pc:sldMk cId="2273156402" sldId="279"/>
            <ac:spMk id="2" creationId="{DEBE29F0-0CFE-734E-E199-C5F08FCDF42A}"/>
          </ac:spMkLst>
        </pc:spChg>
        <pc:spChg chg="del">
          <ac:chgData name="Shravaneshwari Devunuri" userId="634b9ceb798c2036" providerId="LiveId" clId="{013C3103-ADDA-447A-A9D7-95CFCC46D901}" dt="2024-07-05T18:39:42.662" v="394" actId="931"/>
          <ac:spMkLst>
            <pc:docMk/>
            <pc:sldMk cId="2273156402" sldId="279"/>
            <ac:spMk id="3" creationId="{4839D1DA-1534-2FC6-A30A-E24355A5BF90}"/>
          </ac:spMkLst>
        </pc:spChg>
        <pc:picChg chg="add mod">
          <ac:chgData name="Shravaneshwari Devunuri" userId="634b9ceb798c2036" providerId="LiveId" clId="{013C3103-ADDA-447A-A9D7-95CFCC46D901}" dt="2024-07-05T18:41:26.263" v="403" actId="14100"/>
          <ac:picMkLst>
            <pc:docMk/>
            <pc:sldMk cId="2273156402" sldId="279"/>
            <ac:picMk id="6" creationId="{F25E4C0D-3CAB-0F5C-D1FF-45CC7DFD6234}"/>
          </ac:picMkLst>
        </pc:picChg>
      </pc:sldChg>
      <pc:sldChg chg="addSp delSp modSp new mod">
        <pc:chgData name="Shravaneshwari Devunuri" userId="634b9ceb798c2036" providerId="LiveId" clId="{013C3103-ADDA-447A-A9D7-95CFCC46D901}" dt="2024-07-05T17:58:09.276" v="123" actId="931"/>
        <pc:sldMkLst>
          <pc:docMk/>
          <pc:sldMk cId="3674480664" sldId="281"/>
        </pc:sldMkLst>
        <pc:spChg chg="del mod">
          <ac:chgData name="Shravaneshwari Devunuri" userId="634b9ceb798c2036" providerId="LiveId" clId="{013C3103-ADDA-447A-A9D7-95CFCC46D901}" dt="2024-07-05T17:52:57.193" v="70" actId="21"/>
          <ac:spMkLst>
            <pc:docMk/>
            <pc:sldMk cId="3674480664" sldId="281"/>
            <ac:spMk id="2" creationId="{95E458F1-C746-2B85-0B86-0EC11FBA8F2E}"/>
          </ac:spMkLst>
        </pc:spChg>
        <pc:spChg chg="mod">
          <ac:chgData name="Shravaneshwari Devunuri" userId="634b9ceb798c2036" providerId="LiveId" clId="{013C3103-ADDA-447A-A9D7-95CFCC46D901}" dt="2024-07-05T17:57:35.576" v="122" actId="20577"/>
          <ac:spMkLst>
            <pc:docMk/>
            <pc:sldMk cId="3674480664" sldId="281"/>
            <ac:spMk id="3" creationId="{2265F39A-5D73-00F2-7809-943C975CFE1B}"/>
          </ac:spMkLst>
        </pc:spChg>
        <pc:spChg chg="add del mod">
          <ac:chgData name="Shravaneshwari Devunuri" userId="634b9ceb798c2036" providerId="LiveId" clId="{013C3103-ADDA-447A-A9D7-95CFCC46D901}" dt="2024-07-05T17:53:01.608" v="71" actId="21"/>
          <ac:spMkLst>
            <pc:docMk/>
            <pc:sldMk cId="3674480664" sldId="281"/>
            <ac:spMk id="6" creationId="{556E9F82-03D4-F228-B7DA-D17781EA2D1D}"/>
          </ac:spMkLst>
        </pc:spChg>
        <pc:picChg chg="add mod">
          <ac:chgData name="Shravaneshwari Devunuri" userId="634b9ceb798c2036" providerId="LiveId" clId="{013C3103-ADDA-447A-A9D7-95CFCC46D901}" dt="2024-07-05T17:58:09.276" v="123" actId="931"/>
          <ac:picMkLst>
            <pc:docMk/>
            <pc:sldMk cId="3674480664" sldId="281"/>
            <ac:picMk id="8" creationId="{B843FF28-113C-DB20-C759-D13FF622EAE9}"/>
          </ac:picMkLst>
        </pc:picChg>
      </pc:sldChg>
      <pc:sldChg chg="addSp delSp modSp new add del mod">
        <pc:chgData name="Shravaneshwari Devunuri" userId="634b9ceb798c2036" providerId="LiveId" clId="{013C3103-ADDA-447A-A9D7-95CFCC46D901}" dt="2024-07-05T18:14:14.448" v="160" actId="2696"/>
        <pc:sldMkLst>
          <pc:docMk/>
          <pc:sldMk cId="218255196" sldId="282"/>
        </pc:sldMkLst>
        <pc:spChg chg="del">
          <ac:chgData name="Shravaneshwari Devunuri" userId="634b9ceb798c2036" providerId="LiveId" clId="{013C3103-ADDA-447A-A9D7-95CFCC46D901}" dt="2024-07-05T17:58:30.486" v="125" actId="21"/>
          <ac:spMkLst>
            <pc:docMk/>
            <pc:sldMk cId="218255196" sldId="282"/>
            <ac:spMk id="2" creationId="{BD3C25C7-F7CD-CC83-449C-5AB9DFEE3358}"/>
          </ac:spMkLst>
        </pc:spChg>
        <pc:spChg chg="mod">
          <ac:chgData name="Shravaneshwari Devunuri" userId="634b9ceb798c2036" providerId="LiveId" clId="{013C3103-ADDA-447A-A9D7-95CFCC46D901}" dt="2024-07-05T17:58:56.108" v="146" actId="20577"/>
          <ac:spMkLst>
            <pc:docMk/>
            <pc:sldMk cId="218255196" sldId="282"/>
            <ac:spMk id="3" creationId="{5EA22F74-419F-0319-C02D-9E14B29CCD2C}"/>
          </ac:spMkLst>
        </pc:spChg>
        <pc:picChg chg="add mod">
          <ac:chgData name="Shravaneshwari Devunuri" userId="634b9ceb798c2036" providerId="LiveId" clId="{013C3103-ADDA-447A-A9D7-95CFCC46D901}" dt="2024-07-05T18:00:24.966" v="154" actId="14100"/>
          <ac:picMkLst>
            <pc:docMk/>
            <pc:sldMk cId="218255196" sldId="282"/>
            <ac:picMk id="6" creationId="{78679CAF-0219-5308-F0DB-62AB804C62D1}"/>
          </ac:picMkLst>
        </pc:picChg>
      </pc:sldChg>
      <pc:sldChg chg="delSp modSp new mod">
        <pc:chgData name="Shravaneshwari Devunuri" userId="634b9ceb798c2036" providerId="LiveId" clId="{013C3103-ADDA-447A-A9D7-95CFCC46D901}" dt="2024-07-05T18:34:59.378" v="389" actId="20577"/>
        <pc:sldMkLst>
          <pc:docMk/>
          <pc:sldMk cId="2188954370" sldId="282"/>
        </pc:sldMkLst>
        <pc:spChg chg="del">
          <ac:chgData name="Shravaneshwari Devunuri" userId="634b9ceb798c2036" providerId="LiveId" clId="{013C3103-ADDA-447A-A9D7-95CFCC46D901}" dt="2024-07-05T18:23:48.479" v="240" actId="21"/>
          <ac:spMkLst>
            <pc:docMk/>
            <pc:sldMk cId="2188954370" sldId="282"/>
            <ac:spMk id="2" creationId="{8A1D005F-7287-E50F-37EE-7ACBD7D10593}"/>
          </ac:spMkLst>
        </pc:spChg>
        <pc:spChg chg="mod">
          <ac:chgData name="Shravaneshwari Devunuri" userId="634b9ceb798c2036" providerId="LiveId" clId="{013C3103-ADDA-447A-A9D7-95CFCC46D901}" dt="2024-07-05T18:34:59.378" v="389" actId="20577"/>
          <ac:spMkLst>
            <pc:docMk/>
            <pc:sldMk cId="2188954370" sldId="282"/>
            <ac:spMk id="3" creationId="{394964DF-4D54-459B-599F-67BBF29F027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C1BAA-8256-4E3B-A9AF-924B6B668065}" type="datetimeFigureOut">
              <a:rPr lang="en-IN" smtClean="0"/>
              <a:pPr/>
              <a:t>05-07-2024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D1E78A-322E-4486-8477-46AA674278F2}" type="slidenum">
              <a:rPr lang="en-IN" smtClean="0"/>
              <a:pPr/>
              <a:t>‹#›</a:t>
            </a:fld>
            <a:endParaRPr lang="en-IN"/>
          </a:p>
        </p:txBody>
      </p:sp>
    </p:spTree>
    <p:extLst>
      <p:ext uri="{BB962C8B-B14F-4D97-AF65-F5344CB8AC3E}">
        <p14:creationId xmlns:p14="http://schemas.microsoft.com/office/powerpoint/2010/main" val="3115058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900" dirty="0"/>
          </a:p>
        </p:txBody>
      </p:sp>
      <p:sp>
        <p:nvSpPr>
          <p:cNvPr id="4" name="Slide Number Placeholder 3"/>
          <p:cNvSpPr>
            <a:spLocks noGrp="1"/>
          </p:cNvSpPr>
          <p:nvPr>
            <p:ph type="sldNum" sz="quarter" idx="10"/>
          </p:nvPr>
        </p:nvSpPr>
        <p:spPr/>
        <p:txBody>
          <a:bodyPr/>
          <a:lstStyle/>
          <a:p>
            <a:fld id="{7CD1E78A-322E-4486-8477-46AA674278F2}" type="slidenum">
              <a:rPr lang="en-IN" smtClean="0"/>
              <a:pPr/>
              <a:t>3</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CD1E78A-322E-4486-8477-46AA674278F2}" type="slidenum">
              <a:rPr lang="en-IN" smtClean="0"/>
              <a:pPr/>
              <a:t>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573D0-C53A-5C44-3709-9A482337EA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88FBC7-EEDD-919A-83AC-5688E95734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C9B249-37F5-19EF-37F3-2C380A86C626}"/>
              </a:ext>
            </a:extLst>
          </p:cNvPr>
          <p:cNvSpPr>
            <a:spLocks noGrp="1"/>
          </p:cNvSpPr>
          <p:nvPr>
            <p:ph type="dt" sz="half" idx="10"/>
          </p:nvPr>
        </p:nvSpPr>
        <p:spPr/>
        <p:txBody>
          <a:bodyPr/>
          <a:lstStyle/>
          <a:p>
            <a:fld id="{1050C061-C2F9-41B8-8511-BE47684B67CD}" type="datetime1">
              <a:rPr lang="en-IN" smtClean="0"/>
              <a:pPr/>
              <a:t>05-07-2024</a:t>
            </a:fld>
            <a:endParaRPr lang="en-IN"/>
          </a:p>
        </p:txBody>
      </p:sp>
      <p:sp>
        <p:nvSpPr>
          <p:cNvPr id="5" name="Footer Placeholder 4">
            <a:extLst>
              <a:ext uri="{FF2B5EF4-FFF2-40B4-BE49-F238E27FC236}">
                <a16:creationId xmlns:a16="http://schemas.microsoft.com/office/drawing/2014/main" id="{3CC11F63-A95B-FDF8-A493-1D60A2C4A8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01B8EC-881E-FF12-9B8E-A0DFEE503001}"/>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412666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93AA1-2ED3-9E9B-CBDC-A8519C9D84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0413DF-3BB2-8D18-DE33-458053B3C0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0F699A-9B16-1BDB-483F-D65167742D64}"/>
              </a:ext>
            </a:extLst>
          </p:cNvPr>
          <p:cNvSpPr>
            <a:spLocks noGrp="1"/>
          </p:cNvSpPr>
          <p:nvPr>
            <p:ph type="dt" sz="half" idx="10"/>
          </p:nvPr>
        </p:nvSpPr>
        <p:spPr/>
        <p:txBody>
          <a:bodyPr/>
          <a:lstStyle/>
          <a:p>
            <a:fld id="{A048889D-8A44-41C5-962C-3EE009384A4E}" type="datetime1">
              <a:rPr lang="en-IN" smtClean="0"/>
              <a:pPr/>
              <a:t>05-07-2024</a:t>
            </a:fld>
            <a:endParaRPr lang="en-IN"/>
          </a:p>
        </p:txBody>
      </p:sp>
      <p:sp>
        <p:nvSpPr>
          <p:cNvPr id="5" name="Footer Placeholder 4">
            <a:extLst>
              <a:ext uri="{FF2B5EF4-FFF2-40B4-BE49-F238E27FC236}">
                <a16:creationId xmlns:a16="http://schemas.microsoft.com/office/drawing/2014/main" id="{DD542DA6-23A7-D68C-1942-192BB31D3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F1E64-76D5-7D3C-7CF1-273D268980ED}"/>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2161315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C0EA8-B941-E277-E3EC-8565F192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E16F99-6E3E-7CAE-625D-AE6824C704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B7D65E-D61D-1AF3-AF4E-8F69810144C9}"/>
              </a:ext>
            </a:extLst>
          </p:cNvPr>
          <p:cNvSpPr>
            <a:spLocks noGrp="1"/>
          </p:cNvSpPr>
          <p:nvPr>
            <p:ph type="dt" sz="half" idx="10"/>
          </p:nvPr>
        </p:nvSpPr>
        <p:spPr/>
        <p:txBody>
          <a:bodyPr/>
          <a:lstStyle/>
          <a:p>
            <a:fld id="{54E2EE8F-44C1-46D9-B54E-9E88AD1F8539}" type="datetime1">
              <a:rPr lang="en-IN" smtClean="0"/>
              <a:pPr/>
              <a:t>05-07-2024</a:t>
            </a:fld>
            <a:endParaRPr lang="en-IN"/>
          </a:p>
        </p:txBody>
      </p:sp>
      <p:sp>
        <p:nvSpPr>
          <p:cNvPr id="5" name="Footer Placeholder 4">
            <a:extLst>
              <a:ext uri="{FF2B5EF4-FFF2-40B4-BE49-F238E27FC236}">
                <a16:creationId xmlns:a16="http://schemas.microsoft.com/office/drawing/2014/main" id="{0CCA80A8-3929-DDDB-A69F-D04EC10C94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84A3CC-3E56-7263-DF02-52F422C24A7D}"/>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799463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318A3-8960-DF7C-399C-651E2C59C4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AF08D5-B047-4182-528A-C4E0F5FBC1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A057B6-B314-8029-67C1-BAE4FD6C6A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60F749-F0A9-C59F-5145-FA4FF274FF91}"/>
              </a:ext>
            </a:extLst>
          </p:cNvPr>
          <p:cNvSpPr>
            <a:spLocks noGrp="1"/>
          </p:cNvSpPr>
          <p:nvPr>
            <p:ph type="dt" sz="half" idx="10"/>
          </p:nvPr>
        </p:nvSpPr>
        <p:spPr/>
        <p:txBody>
          <a:bodyPr/>
          <a:lstStyle/>
          <a:p>
            <a:fld id="{2FE84724-CBBF-4172-B72F-339ED92E934A}" type="datetime1">
              <a:rPr lang="en-IN" smtClean="0"/>
              <a:pPr/>
              <a:t>05-07-2024</a:t>
            </a:fld>
            <a:endParaRPr lang="en-IN"/>
          </a:p>
        </p:txBody>
      </p:sp>
      <p:sp>
        <p:nvSpPr>
          <p:cNvPr id="6" name="Footer Placeholder 5">
            <a:extLst>
              <a:ext uri="{FF2B5EF4-FFF2-40B4-BE49-F238E27FC236}">
                <a16:creationId xmlns:a16="http://schemas.microsoft.com/office/drawing/2014/main" id="{3F29E0A3-7FB4-0B37-8B8B-3A7B0CAB7B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87D1EC-ECE5-73E6-D252-EFB28FF573A8}"/>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1380320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BFE6F-8E5D-5452-74C4-321D4A3126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95A2D0-B7D1-92AD-1601-D9B8A2C458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36F1CA-E6CC-B322-AAA0-7ACA12B8F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43728F-1795-E798-D391-21FEC7A9D0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9C2EC0-E826-C576-04BC-BCF167B0DE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1AA11A-3C6A-B4D0-DAB3-7EC03484E797}"/>
              </a:ext>
            </a:extLst>
          </p:cNvPr>
          <p:cNvSpPr>
            <a:spLocks noGrp="1"/>
          </p:cNvSpPr>
          <p:nvPr>
            <p:ph type="dt" sz="half" idx="10"/>
          </p:nvPr>
        </p:nvSpPr>
        <p:spPr/>
        <p:txBody>
          <a:bodyPr/>
          <a:lstStyle/>
          <a:p>
            <a:fld id="{903DE1AF-741A-4E78-9E82-2F336C81D1C8}" type="datetime1">
              <a:rPr lang="en-IN" smtClean="0"/>
              <a:pPr/>
              <a:t>05-07-2024</a:t>
            </a:fld>
            <a:endParaRPr lang="en-IN"/>
          </a:p>
        </p:txBody>
      </p:sp>
      <p:sp>
        <p:nvSpPr>
          <p:cNvPr id="8" name="Footer Placeholder 7">
            <a:extLst>
              <a:ext uri="{FF2B5EF4-FFF2-40B4-BE49-F238E27FC236}">
                <a16:creationId xmlns:a16="http://schemas.microsoft.com/office/drawing/2014/main" id="{2E46474D-7F42-547D-9144-756CC1345A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9D60C7-96DF-12C7-9D7D-A2F5B956260B}"/>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289308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56C6-89A8-185A-F78D-BC012CAD61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CADCF50-7130-3CE9-8DB0-428B1EDF6F31}"/>
              </a:ext>
            </a:extLst>
          </p:cNvPr>
          <p:cNvSpPr>
            <a:spLocks noGrp="1"/>
          </p:cNvSpPr>
          <p:nvPr>
            <p:ph type="dt" sz="half" idx="10"/>
          </p:nvPr>
        </p:nvSpPr>
        <p:spPr/>
        <p:txBody>
          <a:bodyPr/>
          <a:lstStyle/>
          <a:p>
            <a:fld id="{3C93F3AC-BEDE-4779-B693-E44A8639C66E}" type="datetime1">
              <a:rPr lang="en-IN" smtClean="0"/>
              <a:pPr/>
              <a:t>05-07-2024</a:t>
            </a:fld>
            <a:endParaRPr lang="en-IN"/>
          </a:p>
        </p:txBody>
      </p:sp>
      <p:sp>
        <p:nvSpPr>
          <p:cNvPr id="4" name="Footer Placeholder 3">
            <a:extLst>
              <a:ext uri="{FF2B5EF4-FFF2-40B4-BE49-F238E27FC236}">
                <a16:creationId xmlns:a16="http://schemas.microsoft.com/office/drawing/2014/main" id="{55BA60D8-6A8A-84E8-B3AB-7743B0BC16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1AFD7F-3AB7-08DE-EC2A-7B1304206A83}"/>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026247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1BB3E5-93A1-08D2-582F-4CA2433EC616}"/>
              </a:ext>
            </a:extLst>
          </p:cNvPr>
          <p:cNvSpPr>
            <a:spLocks noGrp="1"/>
          </p:cNvSpPr>
          <p:nvPr>
            <p:ph type="dt" sz="half" idx="10"/>
          </p:nvPr>
        </p:nvSpPr>
        <p:spPr/>
        <p:txBody>
          <a:bodyPr/>
          <a:lstStyle/>
          <a:p>
            <a:fld id="{48C98BC0-4F89-4CFE-BCCB-BA4E4C946634}" type="datetime1">
              <a:rPr lang="en-IN" smtClean="0"/>
              <a:pPr/>
              <a:t>05-07-2024</a:t>
            </a:fld>
            <a:endParaRPr lang="en-IN"/>
          </a:p>
        </p:txBody>
      </p:sp>
      <p:sp>
        <p:nvSpPr>
          <p:cNvPr id="3" name="Footer Placeholder 2">
            <a:extLst>
              <a:ext uri="{FF2B5EF4-FFF2-40B4-BE49-F238E27FC236}">
                <a16:creationId xmlns:a16="http://schemas.microsoft.com/office/drawing/2014/main" id="{9CD19074-9866-53A8-8B7C-4BEE9BD7E3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040C4C-B88F-44D4-14A6-A1653549DFFC}"/>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4756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746B-0C56-83A0-E213-F6FF8E1191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E5ABF9-6991-FCF6-6F75-1DE7399AC1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85D347-F250-C0D2-EA5F-64A78F471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6DC1B-14D0-F359-CB6D-88B3A2688861}"/>
              </a:ext>
            </a:extLst>
          </p:cNvPr>
          <p:cNvSpPr>
            <a:spLocks noGrp="1"/>
          </p:cNvSpPr>
          <p:nvPr>
            <p:ph type="dt" sz="half" idx="10"/>
          </p:nvPr>
        </p:nvSpPr>
        <p:spPr/>
        <p:txBody>
          <a:bodyPr/>
          <a:lstStyle/>
          <a:p>
            <a:fld id="{1C342BE1-C40C-4831-A4B4-FB2427488576}" type="datetime1">
              <a:rPr lang="en-IN" smtClean="0"/>
              <a:pPr/>
              <a:t>05-07-2024</a:t>
            </a:fld>
            <a:endParaRPr lang="en-IN"/>
          </a:p>
        </p:txBody>
      </p:sp>
      <p:sp>
        <p:nvSpPr>
          <p:cNvPr id="6" name="Footer Placeholder 5">
            <a:extLst>
              <a:ext uri="{FF2B5EF4-FFF2-40B4-BE49-F238E27FC236}">
                <a16:creationId xmlns:a16="http://schemas.microsoft.com/office/drawing/2014/main" id="{9A5791C6-9895-916D-70E0-126757523D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D13458-07D8-5380-A82A-82ADD88E02E3}"/>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170871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36D97-3997-E913-7530-09A7FC6F1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48C255-8A0F-F576-3665-F7D8B55D3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D67715-AF58-FF7F-C7FC-B84992304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7ABA01-3DDB-CF26-1F1C-5F47A06DAF19}"/>
              </a:ext>
            </a:extLst>
          </p:cNvPr>
          <p:cNvSpPr>
            <a:spLocks noGrp="1"/>
          </p:cNvSpPr>
          <p:nvPr>
            <p:ph type="dt" sz="half" idx="10"/>
          </p:nvPr>
        </p:nvSpPr>
        <p:spPr/>
        <p:txBody>
          <a:bodyPr/>
          <a:lstStyle/>
          <a:p>
            <a:fld id="{2D7EDC0C-9EF6-4A40-BA88-6190D82DBEBF}" type="datetime1">
              <a:rPr lang="en-IN" smtClean="0"/>
              <a:pPr/>
              <a:t>05-07-2024</a:t>
            </a:fld>
            <a:endParaRPr lang="en-IN"/>
          </a:p>
        </p:txBody>
      </p:sp>
      <p:sp>
        <p:nvSpPr>
          <p:cNvPr id="6" name="Footer Placeholder 5">
            <a:extLst>
              <a:ext uri="{FF2B5EF4-FFF2-40B4-BE49-F238E27FC236}">
                <a16:creationId xmlns:a16="http://schemas.microsoft.com/office/drawing/2014/main" id="{9B8CC14B-B05E-05B0-0A8E-9F6378C0F2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3BB625-9C2A-808B-F204-3289E5F1D394}"/>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24157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2F41-0749-E701-5BCD-C4A3C02723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432427-BFA1-22EB-0BAE-BD129450FC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45B1AF-BE10-4047-88C9-3331814DC7E9}"/>
              </a:ext>
            </a:extLst>
          </p:cNvPr>
          <p:cNvSpPr>
            <a:spLocks noGrp="1"/>
          </p:cNvSpPr>
          <p:nvPr>
            <p:ph type="dt" sz="half" idx="10"/>
          </p:nvPr>
        </p:nvSpPr>
        <p:spPr/>
        <p:txBody>
          <a:bodyPr/>
          <a:lstStyle/>
          <a:p>
            <a:fld id="{8BB2D187-6D46-418F-9A27-F7012662AE83}" type="datetime1">
              <a:rPr lang="en-IN" smtClean="0"/>
              <a:pPr/>
              <a:t>05-07-2024</a:t>
            </a:fld>
            <a:endParaRPr lang="en-IN"/>
          </a:p>
        </p:txBody>
      </p:sp>
      <p:sp>
        <p:nvSpPr>
          <p:cNvPr id="5" name="Footer Placeholder 4">
            <a:extLst>
              <a:ext uri="{FF2B5EF4-FFF2-40B4-BE49-F238E27FC236}">
                <a16:creationId xmlns:a16="http://schemas.microsoft.com/office/drawing/2014/main" id="{D9713D80-4D12-BC01-79BA-8E1FC36776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251DDD-2676-4AA0-3C11-6F5CD49564A4}"/>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859161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4CBF32-D8E8-5987-C46C-7BB0D01B11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F06E2C-6842-D642-BC72-C75BD39EAA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004C93-BA74-024A-73D5-087DC4CA655C}"/>
              </a:ext>
            </a:extLst>
          </p:cNvPr>
          <p:cNvSpPr>
            <a:spLocks noGrp="1"/>
          </p:cNvSpPr>
          <p:nvPr>
            <p:ph type="dt" sz="half" idx="10"/>
          </p:nvPr>
        </p:nvSpPr>
        <p:spPr/>
        <p:txBody>
          <a:bodyPr/>
          <a:lstStyle/>
          <a:p>
            <a:fld id="{A021FD18-E169-4C36-AAB1-AC63ECD9821E}" type="datetime1">
              <a:rPr lang="en-IN" smtClean="0"/>
              <a:pPr/>
              <a:t>05-07-2024</a:t>
            </a:fld>
            <a:endParaRPr lang="en-IN"/>
          </a:p>
        </p:txBody>
      </p:sp>
      <p:sp>
        <p:nvSpPr>
          <p:cNvPr id="5" name="Footer Placeholder 4">
            <a:extLst>
              <a:ext uri="{FF2B5EF4-FFF2-40B4-BE49-F238E27FC236}">
                <a16:creationId xmlns:a16="http://schemas.microsoft.com/office/drawing/2014/main" id="{78C26BC5-374C-F61D-6086-D7180493DF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492D28-5886-AE54-3A5D-86C3305EC444}"/>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178185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BD4579-A647-A5E0-D6B5-97FE735527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C081C3-F538-DECD-9DAE-153307FDD4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80897D-E0D3-0E20-6B49-40A902CD90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2DBD3-D83F-4D61-8614-579ABC4009BA}" type="datetime1">
              <a:rPr lang="en-IN" smtClean="0"/>
              <a:pPr/>
              <a:t>05-07-2024</a:t>
            </a:fld>
            <a:endParaRPr lang="en-IN"/>
          </a:p>
        </p:txBody>
      </p:sp>
      <p:sp>
        <p:nvSpPr>
          <p:cNvPr id="5" name="Footer Placeholder 4">
            <a:extLst>
              <a:ext uri="{FF2B5EF4-FFF2-40B4-BE49-F238E27FC236}">
                <a16:creationId xmlns:a16="http://schemas.microsoft.com/office/drawing/2014/main" id="{2472D1E1-390B-E043-B608-4C28B4FA80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0030DA7-1785-F7E9-9CBE-D74813D28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ED9680-A590-4230-8F3F-1E362A005712}" type="slidenum">
              <a:rPr lang="en-IN" smtClean="0"/>
              <a:pPr/>
              <a:t>‹#›</a:t>
            </a:fld>
            <a:endParaRPr lang="en-IN"/>
          </a:p>
        </p:txBody>
      </p:sp>
    </p:spTree>
    <p:extLst>
      <p:ext uri="{BB962C8B-B14F-4D97-AF65-F5344CB8AC3E}">
        <p14:creationId xmlns:p14="http://schemas.microsoft.com/office/powerpoint/2010/main" val="75150181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6CD22417-1F05-B8E1-F4FD-2683C87AB17C}"/>
              </a:ext>
            </a:extLst>
          </p:cNvPr>
          <p:cNvSpPr>
            <a:spLocks noGrp="1"/>
          </p:cNvSpPr>
          <p:nvPr>
            <p:ph type="ctrTitle"/>
          </p:nvPr>
        </p:nvSpPr>
        <p:spPr>
          <a:xfrm>
            <a:off x="1250402" y="193481"/>
            <a:ext cx="10332720" cy="1493917"/>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JAWAHARLAL NEHRU TECHNOLOGICAL UNIVERSITY HYDERABAD</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UNIVERSITY COLLEGE OF ENGINEERING MANTHANI</a:t>
            </a:r>
            <a:br>
              <a:rPr lang="en-US" sz="2000" b="1"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Centenary Colony(Po), Pannur(Vill), Ramagiri(Mdl), Peddapalli, Telangana – 505212, India</a:t>
            </a:r>
            <a:endParaRPr lang="en-IN" sz="1400" b="1" dirty="0">
              <a:latin typeface="Times New Roman" panose="02020603050405020304" pitchFamily="18" charset="0"/>
              <a:cs typeface="Times New Roman" panose="02020603050405020304" pitchFamily="18" charset="0"/>
            </a:endParaRPr>
          </a:p>
        </p:txBody>
      </p:sp>
      <p:sp>
        <p:nvSpPr>
          <p:cNvPr id="23" name="Subtitle 2">
            <a:extLst>
              <a:ext uri="{FF2B5EF4-FFF2-40B4-BE49-F238E27FC236}">
                <a16:creationId xmlns:a16="http://schemas.microsoft.com/office/drawing/2014/main" id="{2AC22FE5-5CC4-1FBE-FDE6-8AA970787B42}"/>
              </a:ext>
            </a:extLst>
          </p:cNvPr>
          <p:cNvSpPr>
            <a:spLocks noGrp="1"/>
          </p:cNvSpPr>
          <p:nvPr>
            <p:ph type="subTitle" idx="1"/>
          </p:nvPr>
        </p:nvSpPr>
        <p:spPr>
          <a:xfrm>
            <a:off x="1159496" y="1870562"/>
            <a:ext cx="10423626" cy="2160663"/>
          </a:xfrm>
          <a:solidFill>
            <a:schemeClr val="bg1"/>
          </a:solidFill>
        </p:spPr>
        <p:txBody>
          <a:bodyPr>
            <a:normAutofit/>
          </a:bodyPr>
          <a:lstStyle/>
          <a:p>
            <a:pPr algn="ctr">
              <a:lnSpc>
                <a:spcPct val="150000"/>
              </a:lnSpc>
            </a:pPr>
            <a:r>
              <a:rPr lang="en-US" sz="1900" b="1" dirty="0">
                <a:solidFill>
                  <a:srgbClr val="FF0000"/>
                </a:solidFill>
                <a:latin typeface="Times New Roman" panose="02020603050405020304" pitchFamily="18" charset="0"/>
                <a:cs typeface="Times New Roman" panose="02020603050405020304" pitchFamily="18" charset="0"/>
              </a:rPr>
              <a:t> </a:t>
            </a:r>
            <a:r>
              <a:rPr lang="en-US" sz="2000" b="1" dirty="0">
                <a:solidFill>
                  <a:srgbClr val="7030A0"/>
                </a:solidFill>
                <a:latin typeface="Times New Roman" panose="02020603050405020304" pitchFamily="18" charset="0"/>
                <a:cs typeface="Times New Roman" panose="02020603050405020304" pitchFamily="18" charset="0"/>
              </a:rPr>
              <a:t>DEPARTMENT OF COMPUTER SCIENCE AND ENGINEERING</a:t>
            </a:r>
          </a:p>
          <a:p>
            <a:pPr>
              <a:lnSpc>
                <a:spcPct val="150000"/>
              </a:lnSpc>
            </a:pPr>
            <a:r>
              <a:rPr lang="en-US" sz="2800" b="1" dirty="0">
                <a:solidFill>
                  <a:srgbClr val="7030A0"/>
                </a:solidFill>
                <a:latin typeface="Times New Roman" panose="02020603050405020304" pitchFamily="18" charset="0"/>
                <a:cs typeface="Times New Roman" panose="02020603050405020304" pitchFamily="18" charset="0"/>
              </a:rPr>
              <a:t>E-AUTHENTICATION SYSTEM USING QR CODE AND OTP</a:t>
            </a:r>
          </a:p>
          <a:p>
            <a:pPr>
              <a:lnSpc>
                <a:spcPct val="150000"/>
              </a:lnSpc>
            </a:pPr>
            <a:endParaRPr lang="en-US" sz="2800" b="1" dirty="0">
              <a:solidFill>
                <a:srgbClr val="7030A0"/>
              </a:solidFill>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83426AD9-4E62-85F1-67AF-01584E63E9D3}"/>
              </a:ext>
            </a:extLst>
          </p:cNvPr>
          <p:cNvPicPr>
            <a:picLocks noChangeAspect="1"/>
          </p:cNvPicPr>
          <p:nvPr/>
        </p:nvPicPr>
        <p:blipFill>
          <a:blip r:embed="rId2"/>
          <a:stretch>
            <a:fillRect/>
          </a:stretch>
        </p:blipFill>
        <p:spPr>
          <a:xfrm>
            <a:off x="724548" y="376644"/>
            <a:ext cx="1341236" cy="1310754"/>
          </a:xfrm>
          <a:prstGeom prst="rect">
            <a:avLst/>
          </a:prstGeom>
        </p:spPr>
      </p:pic>
      <p:sp>
        <p:nvSpPr>
          <p:cNvPr id="25" name="Slide Number Placeholder 4">
            <a:extLst>
              <a:ext uri="{FF2B5EF4-FFF2-40B4-BE49-F238E27FC236}">
                <a16:creationId xmlns:a16="http://schemas.microsoft.com/office/drawing/2014/main" id="{F6C1A367-5D70-D0C2-02F8-A2E8A80DADAE}"/>
              </a:ext>
            </a:extLst>
          </p:cNvPr>
          <p:cNvSpPr>
            <a:spLocks noGrp="1"/>
          </p:cNvSpPr>
          <p:nvPr>
            <p:ph type="sldNum" sz="quarter" idx="12"/>
          </p:nvPr>
        </p:nvSpPr>
        <p:spPr>
          <a:xfrm>
            <a:off x="8610600" y="6356350"/>
            <a:ext cx="2743200" cy="365125"/>
          </a:xfrm>
        </p:spPr>
        <p:txBody>
          <a:bodyPr/>
          <a:lstStyle/>
          <a:p>
            <a:fld id="{BEED9680-A590-4230-8F3F-1E362A005712}" type="slidenum">
              <a:rPr lang="en-IN" smtClean="0"/>
              <a:pPr/>
              <a:t>1</a:t>
            </a:fld>
            <a:endParaRPr lang="en-IN"/>
          </a:p>
        </p:txBody>
      </p:sp>
      <p:graphicFrame>
        <p:nvGraphicFramePr>
          <p:cNvPr id="26" name="Table 25">
            <a:extLst>
              <a:ext uri="{FF2B5EF4-FFF2-40B4-BE49-F238E27FC236}">
                <a16:creationId xmlns:a16="http://schemas.microsoft.com/office/drawing/2014/main" id="{28F05C1D-11E4-B81C-F744-DF1E566E41E4}"/>
              </a:ext>
            </a:extLst>
          </p:cNvPr>
          <p:cNvGraphicFramePr>
            <a:graphicFrameLocks noGrp="1"/>
          </p:cNvGraphicFramePr>
          <p:nvPr>
            <p:extLst>
              <p:ext uri="{D42A27DB-BD31-4B8C-83A1-F6EECF244321}">
                <p14:modId xmlns:p14="http://schemas.microsoft.com/office/powerpoint/2010/main" val="1901496165"/>
              </p:ext>
            </p:extLst>
          </p:nvPr>
        </p:nvGraphicFramePr>
        <p:xfrm>
          <a:off x="2370584" y="4050887"/>
          <a:ext cx="2828945" cy="1462406"/>
        </p:xfrm>
        <a:graphic>
          <a:graphicData uri="http://schemas.openxmlformats.org/drawingml/2006/table">
            <a:tbl>
              <a:tblPr>
                <a:effectLst/>
                <a:tableStyleId>{5C22544A-7EE6-4342-B048-85BDC9FD1C3A}</a:tableStyleId>
              </a:tblPr>
              <a:tblGrid>
                <a:gridCol w="2828945">
                  <a:extLst>
                    <a:ext uri="{9D8B030D-6E8A-4147-A177-3AD203B41FA5}">
                      <a16:colId xmlns:a16="http://schemas.microsoft.com/office/drawing/2014/main" val="3363008788"/>
                    </a:ext>
                  </a:extLst>
                </a:gridCol>
              </a:tblGrid>
              <a:tr h="503339">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u="sng" dirty="0">
                          <a:latin typeface="Times New Roman" panose="02020603050405020304" pitchFamily="18" charset="0"/>
                          <a:cs typeface="Times New Roman" panose="02020603050405020304" pitchFamily="18" charset="0"/>
                        </a:rPr>
                        <a:t>Under the guidance of: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021096"/>
                  </a:ext>
                </a:extLst>
              </a:tr>
              <a:tr h="455728">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IN" sz="1500" b="1" dirty="0">
                          <a:effectLst/>
                          <a:latin typeface="Times New Roman" panose="02020603050405020304" pitchFamily="18" charset="0"/>
                          <a:ea typeface="Calibri" panose="020F0502020204030204" pitchFamily="34" charset="0"/>
                        </a:rPr>
                        <a:t>Mr. N.</a:t>
                      </a:r>
                      <a:r>
                        <a:rPr lang="en-IN" sz="1500" b="1" baseline="0" dirty="0">
                          <a:effectLst/>
                          <a:latin typeface="Times New Roman" panose="02020603050405020304" pitchFamily="18" charset="0"/>
                          <a:ea typeface="Calibri" panose="020F0502020204030204" pitchFamily="34" charset="0"/>
                        </a:rPr>
                        <a:t> VAMSHI KRISHNA</a:t>
                      </a:r>
                      <a:endParaRPr lang="en-IN" sz="1500" b="1" dirty="0">
                        <a:effectLst/>
                        <a:latin typeface="Times New Roman" panose="02020603050405020304" pitchFamily="18" charset="0"/>
                        <a:ea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2926947"/>
                  </a:ext>
                </a:extLst>
              </a:tr>
              <a:tr h="503339">
                <a:tc>
                  <a:txBody>
                    <a:bodyPr/>
                    <a:lstStyle/>
                    <a:p>
                      <a:pPr algn="just">
                        <a:lnSpc>
                          <a:spcPct val="150000"/>
                        </a:lnSpc>
                      </a:pPr>
                      <a:r>
                        <a:rPr lang="en-IN" sz="1500" b="1" dirty="0">
                          <a:latin typeface="Times New Roman" panose="02020603050405020304" pitchFamily="18" charset="0"/>
                          <a:ea typeface="Calibri" panose="020F0502020204030204" pitchFamily="34" charset="0"/>
                        </a:rPr>
                        <a:t>Assistant Professor, CSE</a:t>
                      </a:r>
                      <a:r>
                        <a:rPr lang="en-IN" sz="1500" b="1" dirty="0">
                          <a:effectLst/>
                          <a:latin typeface="Times New Roman" panose="02020603050405020304" pitchFamily="18" charset="0"/>
                          <a:ea typeface="Calibri" panose="020F0502020204030204" pitchFamily="34" charset="0"/>
                        </a:rPr>
                        <a:t> </a:t>
                      </a:r>
                      <a:endParaRPr lang="en-IN" sz="15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4519389"/>
                  </a:ext>
                </a:extLst>
              </a:tr>
            </a:tbl>
          </a:graphicData>
        </a:graphic>
      </p:graphicFrame>
      <p:graphicFrame>
        <p:nvGraphicFramePr>
          <p:cNvPr id="27" name="Table 26">
            <a:extLst>
              <a:ext uri="{FF2B5EF4-FFF2-40B4-BE49-F238E27FC236}">
                <a16:creationId xmlns:a16="http://schemas.microsoft.com/office/drawing/2014/main" id="{DC40EFA6-0154-AB3E-CB95-9CA02B606B18}"/>
              </a:ext>
            </a:extLst>
          </p:cNvPr>
          <p:cNvGraphicFramePr>
            <a:graphicFrameLocks noGrp="1"/>
          </p:cNvGraphicFramePr>
          <p:nvPr>
            <p:extLst>
              <p:ext uri="{D42A27DB-BD31-4B8C-83A1-F6EECF244321}">
                <p14:modId xmlns:p14="http://schemas.microsoft.com/office/powerpoint/2010/main" val="1555942072"/>
              </p:ext>
            </p:extLst>
          </p:nvPr>
        </p:nvGraphicFramePr>
        <p:xfrm>
          <a:off x="6992473" y="4214389"/>
          <a:ext cx="3776310" cy="1551216"/>
        </p:xfrm>
        <a:graphic>
          <a:graphicData uri="http://schemas.openxmlformats.org/drawingml/2006/table">
            <a:tbl>
              <a:tblPr>
                <a:effectLst/>
                <a:tableStyleId>{5C22544A-7EE6-4342-B048-85BDC9FD1C3A}</a:tableStyleId>
              </a:tblPr>
              <a:tblGrid>
                <a:gridCol w="2424041">
                  <a:extLst>
                    <a:ext uri="{9D8B030D-6E8A-4147-A177-3AD203B41FA5}">
                      <a16:colId xmlns:a16="http://schemas.microsoft.com/office/drawing/2014/main" val="4022935969"/>
                    </a:ext>
                  </a:extLst>
                </a:gridCol>
                <a:gridCol w="1352269">
                  <a:extLst>
                    <a:ext uri="{9D8B030D-6E8A-4147-A177-3AD203B41FA5}">
                      <a16:colId xmlns:a16="http://schemas.microsoft.com/office/drawing/2014/main" val="2264291181"/>
                    </a:ext>
                  </a:extLst>
                </a:gridCol>
              </a:tblGrid>
              <a:tr h="29355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latin typeface="Times New Roman" panose="02020603050405020304" pitchFamily="18" charset="0"/>
                          <a:cs typeface="Times New Roman" panose="02020603050405020304" pitchFamily="18" charset="0"/>
                        </a:rPr>
                        <a:t>TEAM MEMBERS: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7337111"/>
                  </a:ext>
                </a:extLst>
              </a:tr>
              <a:tr h="293552">
                <a:tc>
                  <a:txBody>
                    <a:bodyPr/>
                    <a:lstStyle/>
                    <a:p>
                      <a:r>
                        <a:rPr lang="en-IN" sz="1200" b="1" dirty="0">
                          <a:latin typeface="Times New Roman" panose="02020603050405020304" pitchFamily="18" charset="0"/>
                          <a:cs typeface="Times New Roman" panose="02020603050405020304" pitchFamily="18" charset="0"/>
                        </a:rPr>
                        <a:t>T.</a:t>
                      </a:r>
                      <a:r>
                        <a:rPr lang="en-IN" sz="1200" b="1" baseline="0" dirty="0">
                          <a:latin typeface="Times New Roman" panose="02020603050405020304" pitchFamily="18" charset="0"/>
                          <a:cs typeface="Times New Roman" panose="02020603050405020304" pitchFamily="18" charset="0"/>
                        </a:rPr>
                        <a:t> SNEHA</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200" b="1" dirty="0">
                          <a:latin typeface="Times New Roman" panose="02020603050405020304" pitchFamily="18" charset="0"/>
                          <a:cs typeface="Times New Roman" panose="02020603050405020304" pitchFamily="18" charset="0"/>
                        </a:rPr>
                        <a:t>22VD1A0552</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8041206"/>
                  </a:ext>
                </a:extLst>
              </a:tr>
              <a:tr h="293552">
                <a:tc>
                  <a:txBody>
                    <a:bodyPr/>
                    <a:lstStyle/>
                    <a:p>
                      <a:r>
                        <a:rPr lang="en-IN" sz="1200" b="1" dirty="0">
                          <a:latin typeface="Times New Roman" panose="02020603050405020304" pitchFamily="18" charset="0"/>
                          <a:cs typeface="Times New Roman" panose="02020603050405020304" pitchFamily="18" charset="0"/>
                        </a:rPr>
                        <a:t>A.JYOTHI</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200" b="1" dirty="0">
                          <a:latin typeface="Times New Roman" panose="02020603050405020304" pitchFamily="18" charset="0"/>
                          <a:cs typeface="Times New Roman" panose="02020603050405020304" pitchFamily="18" charset="0"/>
                        </a:rPr>
                        <a:t>23VD5A0506</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6497694"/>
                  </a:ext>
                </a:extLst>
              </a:tr>
              <a:tr h="266012">
                <a:tc>
                  <a:txBody>
                    <a:bodyPr/>
                    <a:lstStyle/>
                    <a:p>
                      <a:r>
                        <a:rPr lang="en-IN" sz="1200" b="1" dirty="0">
                          <a:latin typeface="Times New Roman" panose="02020603050405020304" pitchFamily="18" charset="0"/>
                          <a:cs typeface="Times New Roman" panose="02020603050405020304" pitchFamily="18" charset="0"/>
                        </a:rPr>
                        <a:t>M.SREEJA</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200" b="1" dirty="0">
                          <a:latin typeface="Times New Roman" panose="02020603050405020304" pitchFamily="18" charset="0"/>
                          <a:cs typeface="Times New Roman" panose="02020603050405020304" pitchFamily="18" charset="0"/>
                        </a:rPr>
                        <a:t>22VD1A0556</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675890"/>
                  </a:ext>
                </a:extLst>
              </a:tr>
              <a:tr h="293552">
                <a:tc>
                  <a:txBody>
                    <a:bodyPr/>
                    <a:lstStyle/>
                    <a:p>
                      <a:r>
                        <a:rPr lang="en-IN" sz="1200" b="1" dirty="0">
                          <a:latin typeface="Times New Roman" panose="02020603050405020304" pitchFamily="18" charset="0"/>
                          <a:cs typeface="Times New Roman" panose="02020603050405020304" pitchFamily="18" charset="0"/>
                        </a:rPr>
                        <a:t>B.</a:t>
                      </a:r>
                      <a:r>
                        <a:rPr lang="en-IN" sz="1200" b="1" baseline="0" dirty="0">
                          <a:latin typeface="Times New Roman" panose="02020603050405020304" pitchFamily="18" charset="0"/>
                          <a:cs typeface="Times New Roman" panose="02020603050405020304" pitchFamily="18" charset="0"/>
                        </a:rPr>
                        <a:t> AKHILA</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200" b="1" dirty="0">
                          <a:latin typeface="Times New Roman" panose="02020603050405020304" pitchFamily="18" charset="0"/>
                          <a:cs typeface="Times New Roman" panose="02020603050405020304" pitchFamily="18" charset="0"/>
                        </a:rPr>
                        <a:t>22VD1A0502</a:t>
                      </a:r>
                      <a:endParaRPr lang="en-IN" sz="1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5637364"/>
                  </a:ext>
                </a:extLst>
              </a:tr>
            </a:tbl>
          </a:graphicData>
        </a:graphic>
      </p:graphicFrame>
    </p:spTree>
    <p:extLst>
      <p:ext uri="{BB962C8B-B14F-4D97-AF65-F5344CB8AC3E}">
        <p14:creationId xmlns:p14="http://schemas.microsoft.com/office/powerpoint/2010/main" val="88859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5031966-AE69-7AC1-64B2-212CB890E3AA}"/>
              </a:ext>
            </a:extLst>
          </p:cNvPr>
          <p:cNvSpPr>
            <a:spLocks noGrp="1"/>
          </p:cNvSpPr>
          <p:nvPr>
            <p:ph type="title"/>
          </p:nvPr>
        </p:nvSpPr>
        <p:spPr>
          <a:xfrm>
            <a:off x="645459" y="-332508"/>
            <a:ext cx="10880553" cy="1228980"/>
          </a:xfrm>
        </p:spPr>
        <p:txBody>
          <a:bodyPr>
            <a:noAutofit/>
          </a:bodyPr>
          <a:lstStyle/>
          <a:p>
            <a:pPr>
              <a:lnSpc>
                <a:spcPct val="150000"/>
              </a:lnSpc>
            </a:pPr>
            <a:r>
              <a:rPr lang="en-IN" sz="4000" b="1" dirty="0">
                <a:solidFill>
                  <a:schemeClr val="accent2">
                    <a:lumMod val="75000"/>
                  </a:schemeClr>
                </a:solidFill>
                <a:latin typeface="Times New Roman" panose="02020603050405020304" pitchFamily="18" charset="0"/>
                <a:cs typeface="Times New Roman" panose="02020603050405020304" pitchFamily="18" charset="0"/>
              </a:rPr>
              <a:t>Contents</a:t>
            </a:r>
          </a:p>
        </p:txBody>
      </p:sp>
      <p:sp>
        <p:nvSpPr>
          <p:cNvPr id="10" name="Content Placeholder 2">
            <a:extLst>
              <a:ext uri="{FF2B5EF4-FFF2-40B4-BE49-F238E27FC236}">
                <a16:creationId xmlns:a16="http://schemas.microsoft.com/office/drawing/2014/main" id="{829613E9-D3C9-3091-EE13-7E25535D9BEB}"/>
              </a:ext>
            </a:extLst>
          </p:cNvPr>
          <p:cNvSpPr>
            <a:spLocks noGrp="1"/>
          </p:cNvSpPr>
          <p:nvPr>
            <p:ph idx="1"/>
          </p:nvPr>
        </p:nvSpPr>
        <p:spPr>
          <a:xfrm>
            <a:off x="645459" y="764771"/>
            <a:ext cx="11410074" cy="5956704"/>
          </a:xfrm>
        </p:spPr>
        <p:txBody>
          <a:bodyPr>
            <a:noAutofit/>
          </a:bodyPr>
          <a:lstStyle/>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Introduction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Abstract</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Problem Statement</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Existing System</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Limitations of  Existing system</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Proposed System</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System Requirement Specifications</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System Design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Implementation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Result</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Conclusion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Thank you</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 Any Queries</a:t>
            </a:r>
          </a:p>
          <a:p>
            <a:pPr marL="541338" indent="-541338">
              <a:lnSpc>
                <a:spcPct val="120000"/>
              </a:lnSpc>
              <a:buNone/>
            </a:pPr>
            <a:endParaRPr lang="en-US" sz="1600" dirty="0">
              <a:latin typeface="Times New Roman" panose="02020603050405020304" pitchFamily="18" charset="0"/>
              <a:cs typeface="Times New Roman" panose="02020603050405020304" pitchFamily="18" charset="0"/>
            </a:endParaRPr>
          </a:p>
          <a:p>
            <a:pPr marL="541338" indent="-541338">
              <a:lnSpc>
                <a:spcPct val="12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p:txBody>
      </p:sp>
      <p:sp>
        <p:nvSpPr>
          <p:cNvPr id="11" name="Slide Number Placeholder 3">
            <a:extLst>
              <a:ext uri="{FF2B5EF4-FFF2-40B4-BE49-F238E27FC236}">
                <a16:creationId xmlns:a16="http://schemas.microsoft.com/office/drawing/2014/main" id="{918783A4-EB00-9E53-14E0-866B7DF93962}"/>
              </a:ext>
            </a:extLst>
          </p:cNvPr>
          <p:cNvSpPr>
            <a:spLocks noGrp="1"/>
          </p:cNvSpPr>
          <p:nvPr>
            <p:ph type="sldNum" sz="quarter" idx="12"/>
          </p:nvPr>
        </p:nvSpPr>
        <p:spPr>
          <a:xfrm>
            <a:off x="8610600" y="6356350"/>
            <a:ext cx="2743200" cy="365125"/>
          </a:xfrm>
        </p:spPr>
        <p:txBody>
          <a:bodyPr/>
          <a:lstStyle/>
          <a:p>
            <a:fld id="{BEED9680-A590-4230-8F3F-1E362A005712}" type="slidenum">
              <a:rPr lang="en-IN" smtClean="0"/>
              <a:pPr/>
              <a:t>2</a:t>
            </a:fld>
            <a:endParaRPr lang="en-IN"/>
          </a:p>
        </p:txBody>
      </p:sp>
    </p:spTree>
    <p:extLst>
      <p:ext uri="{BB962C8B-B14F-4D97-AF65-F5344CB8AC3E}">
        <p14:creationId xmlns:p14="http://schemas.microsoft.com/office/powerpoint/2010/main" val="1459594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5317-9311-65BA-AD79-CBA61225B10A}"/>
              </a:ext>
            </a:extLst>
          </p:cNvPr>
          <p:cNvSpPr>
            <a:spLocks noGrp="1"/>
          </p:cNvSpPr>
          <p:nvPr>
            <p:ph type="title"/>
          </p:nvPr>
        </p:nvSpPr>
        <p:spPr>
          <a:xfrm>
            <a:off x="838200" y="500062"/>
            <a:ext cx="10515600" cy="1325563"/>
          </a:xfrm>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Introduction</a:t>
            </a:r>
            <a:endParaRPr lang="en-IN" sz="40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976E80-B2A9-80C4-CDB7-3845C3DD65CC}"/>
              </a:ext>
            </a:extLst>
          </p:cNvPr>
          <p:cNvSpPr>
            <a:spLocks noGrp="1"/>
          </p:cNvSpPr>
          <p:nvPr>
            <p:ph idx="1"/>
          </p:nvPr>
        </p:nvSpPr>
        <p:spPr>
          <a:xfrm>
            <a:off x="838201" y="1661652"/>
            <a:ext cx="10515599" cy="4515311"/>
          </a:xfrm>
        </p:spPr>
        <p:txBody>
          <a:bodyPr>
            <a:noAutofit/>
          </a:bodyPr>
          <a:lstStyle/>
          <a:p>
            <a:pPr marL="452438" indent="-452438"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project aims to implement E-Authentication methods using One-Time Passwords(OTP) and Quick Response(QR) codes. By leveraging these technologies users can securely authenticate their identities for various online services.</a:t>
            </a:r>
          </a:p>
          <a:p>
            <a:pPr marL="452438" indent="-452438"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system will generate OTPs and QR Codes ensuring a robust authentication process, enhancing security , and user convenience.</a:t>
            </a:r>
          </a:p>
          <a:p>
            <a:pPr marL="452438" indent="-452438"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system uses QR code and OTPS to authenticate users and prevent the unauthorized access, fraud, and identify theft.</a:t>
            </a:r>
          </a:p>
        </p:txBody>
      </p:sp>
      <p:sp>
        <p:nvSpPr>
          <p:cNvPr id="4" name="Slide Number Placeholder 3">
            <a:extLst>
              <a:ext uri="{FF2B5EF4-FFF2-40B4-BE49-F238E27FC236}">
                <a16:creationId xmlns:a16="http://schemas.microsoft.com/office/drawing/2014/main" id="{C05B78FA-7360-45B8-4C18-C653DDF268E3}"/>
              </a:ext>
            </a:extLst>
          </p:cNvPr>
          <p:cNvSpPr>
            <a:spLocks noGrp="1"/>
          </p:cNvSpPr>
          <p:nvPr>
            <p:ph type="sldNum" sz="quarter" idx="12"/>
          </p:nvPr>
        </p:nvSpPr>
        <p:spPr/>
        <p:txBody>
          <a:bodyPr/>
          <a:lstStyle/>
          <a:p>
            <a:fld id="{BEED9680-A590-4230-8F3F-1E362A005712}" type="slidenum">
              <a:rPr lang="en-IN" smtClean="0"/>
              <a:pPr/>
              <a:t>3</a:t>
            </a:fld>
            <a:endParaRPr lang="en-IN"/>
          </a:p>
        </p:txBody>
      </p:sp>
    </p:spTree>
    <p:extLst>
      <p:ext uri="{BB962C8B-B14F-4D97-AF65-F5344CB8AC3E}">
        <p14:creationId xmlns:p14="http://schemas.microsoft.com/office/powerpoint/2010/main" val="1149785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891" y="136525"/>
            <a:ext cx="10771909" cy="1554163"/>
          </a:xfrm>
        </p:spPr>
        <p:txBody>
          <a:bodyPr>
            <a:normAutofit/>
          </a:bodyPr>
          <a:lstStyle/>
          <a:p>
            <a:r>
              <a:rPr lang="en-US" sz="4000" b="1" dirty="0">
                <a:solidFill>
                  <a:schemeClr val="accent2">
                    <a:lumMod val="75000"/>
                  </a:schemeClr>
                </a:solidFill>
                <a:latin typeface="Times New Roman" pitchFamily="18" charset="0"/>
                <a:cs typeface="Times New Roman" pitchFamily="18" charset="0"/>
              </a:rPr>
              <a:t>Abstract</a:t>
            </a:r>
          </a:p>
        </p:txBody>
      </p:sp>
      <p:sp>
        <p:nvSpPr>
          <p:cNvPr id="3" name="Content Placeholder 2"/>
          <p:cNvSpPr>
            <a:spLocks noGrp="1"/>
          </p:cNvSpPr>
          <p:nvPr>
            <p:ph idx="1"/>
          </p:nvPr>
        </p:nvSpPr>
        <p:spPr>
          <a:xfrm>
            <a:off x="581891" y="1429789"/>
            <a:ext cx="10771909" cy="4747174"/>
          </a:xfrm>
        </p:spPr>
        <p:txBody>
          <a:bodyPr>
            <a:noAutofit/>
          </a:bodyPr>
          <a:lstStyle/>
          <a:p>
            <a:pPr algn="just">
              <a:buFont typeface="Wingdings" pitchFamily="2" charset="2"/>
              <a:buChar char="v"/>
            </a:pPr>
            <a:r>
              <a:rPr lang="en-US" sz="2400" dirty="0">
                <a:latin typeface="Times New Roman" pitchFamily="18" charset="0"/>
                <a:cs typeface="Times New Roman" pitchFamily="18" charset="0"/>
              </a:rPr>
              <a:t>In this project we develop E-Authentication System using QR code and OTP for </a:t>
            </a:r>
          </a:p>
          <a:p>
            <a:pPr algn="just">
              <a:buNone/>
            </a:pPr>
            <a:r>
              <a:rPr lang="en-US" sz="2400" dirty="0">
                <a:latin typeface="Times New Roman" pitchFamily="18" charset="0"/>
                <a:cs typeface="Times New Roman" pitchFamily="18" charset="0"/>
              </a:rPr>
              <a:t>   the Students Attendance System. The use of QR code-based technologies and   </a:t>
            </a:r>
          </a:p>
          <a:p>
            <a:pPr algn="just">
              <a:buNone/>
            </a:pPr>
            <a:r>
              <a:rPr lang="en-US" sz="2400" dirty="0">
                <a:latin typeface="Times New Roman" pitchFamily="18" charset="0"/>
                <a:cs typeface="Times New Roman" pitchFamily="18" charset="0"/>
              </a:rPr>
              <a:t>   applications has become prevalent in recent years where QR codes are accepted to   </a:t>
            </a:r>
          </a:p>
          <a:p>
            <a:pPr algn="just">
              <a:buNone/>
            </a:pPr>
            <a:r>
              <a:rPr lang="en-US" sz="2400" dirty="0">
                <a:latin typeface="Times New Roman" pitchFamily="18" charset="0"/>
                <a:cs typeface="Times New Roman" pitchFamily="18" charset="0"/>
              </a:rPr>
              <a:t>   be a practical and intriguing data representation</a:t>
            </a:r>
            <a:r>
              <a:rPr lang="en-US" sz="2400" b="1" dirty="0">
                <a:cs typeface="Times New Roman" pitchFamily="18" charset="0"/>
              </a:rPr>
              <a:t> </a:t>
            </a:r>
            <a:r>
              <a:rPr lang="en-US" sz="2400" dirty="0">
                <a:cs typeface="Times New Roman" pitchFamily="18" charset="0"/>
              </a:rPr>
              <a:t>/ </a:t>
            </a:r>
            <a:r>
              <a:rPr lang="en-US" sz="2400" dirty="0">
                <a:latin typeface="Times New Roman" pitchFamily="18" charset="0"/>
                <a:cs typeface="Times New Roman" pitchFamily="18" charset="0"/>
              </a:rPr>
              <a:t>processing mechanism amongst </a:t>
            </a:r>
          </a:p>
          <a:p>
            <a:pPr algn="just">
              <a:buNone/>
            </a:pPr>
            <a:r>
              <a:rPr lang="en-US" sz="2400" dirty="0">
                <a:latin typeface="Times New Roman" pitchFamily="18" charset="0"/>
                <a:cs typeface="Times New Roman" pitchFamily="18" charset="0"/>
              </a:rPr>
              <a:t>   worldwide users.</a:t>
            </a:r>
          </a:p>
          <a:p>
            <a:pPr algn="just">
              <a:buFont typeface="Wingdings" pitchFamily="2" charset="2"/>
              <a:buChar char="v"/>
            </a:pPr>
            <a:r>
              <a:rPr lang="en-US" sz="2400" dirty="0">
                <a:latin typeface="Times New Roman" pitchFamily="18" charset="0"/>
                <a:cs typeface="Times New Roman" pitchFamily="18" charset="0"/>
              </a:rPr>
              <a:t>The aim of this study is to design and implement an alternative two-factor identity </a:t>
            </a:r>
          </a:p>
          <a:p>
            <a:pPr algn="just">
              <a:buNone/>
            </a:pPr>
            <a:r>
              <a:rPr lang="en-US" sz="2400" dirty="0">
                <a:latin typeface="Times New Roman" pitchFamily="18" charset="0"/>
                <a:cs typeface="Times New Roman" pitchFamily="18" charset="0"/>
              </a:rPr>
              <a:t>    authentication system by using QR codes and to make the relevant mechanism </a:t>
            </a:r>
          </a:p>
          <a:p>
            <a:pPr algn="just">
              <a:buNone/>
            </a:pPr>
            <a:r>
              <a:rPr lang="en-US" sz="2400" dirty="0">
                <a:latin typeface="Times New Roman" pitchFamily="18" charset="0"/>
                <a:cs typeface="Times New Roman" pitchFamily="18" charset="0"/>
              </a:rPr>
              <a:t>    and process that could be more user-friendly and practical than OTP mechanisms.</a:t>
            </a:r>
          </a:p>
          <a:p>
            <a:pPr algn="just">
              <a:buFont typeface="Wingdings" pitchFamily="2" charset="2"/>
              <a:buChar char="v"/>
            </a:pPr>
            <a:r>
              <a:rPr lang="en-US" sz="2400" dirty="0">
                <a:latin typeface="Times New Roman" pitchFamily="18" charset="0"/>
                <a:cs typeface="Times New Roman" pitchFamily="18" charset="0"/>
              </a:rPr>
              <a:t> The proposed system has been designed in order to enable verification and </a:t>
            </a:r>
          </a:p>
          <a:p>
            <a:pPr algn="just">
              <a:buNone/>
            </a:pPr>
            <a:r>
              <a:rPr lang="en-US" sz="2400" dirty="0">
                <a:latin typeface="Times New Roman" pitchFamily="18" charset="0"/>
                <a:cs typeface="Times New Roman" pitchFamily="18" charset="0"/>
              </a:rPr>
              <a:t>     validation steps with security and networking options during the login process. </a:t>
            </a:r>
          </a:p>
          <a:p>
            <a:pPr algn="just">
              <a:buNone/>
            </a:pPr>
            <a:r>
              <a:rPr lang="en-US" sz="24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BEED9680-A590-4230-8F3F-1E362A00571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3E385-DBE3-8EAC-7EDF-3C349A703EDB}"/>
              </a:ext>
            </a:extLst>
          </p:cNvPr>
          <p:cNvSpPr>
            <a:spLocks noGrp="1"/>
          </p:cNvSpPr>
          <p:nvPr>
            <p:ph type="ctrTitle"/>
          </p:nvPr>
        </p:nvSpPr>
        <p:spPr>
          <a:xfrm>
            <a:off x="-1690937" y="128016"/>
            <a:ext cx="8950569" cy="1477107"/>
          </a:xfrm>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Problem Statement</a:t>
            </a:r>
          </a:p>
        </p:txBody>
      </p:sp>
      <p:sp>
        <p:nvSpPr>
          <p:cNvPr id="4" name="Slide Number Placeholder 3">
            <a:extLst>
              <a:ext uri="{FF2B5EF4-FFF2-40B4-BE49-F238E27FC236}">
                <a16:creationId xmlns:a16="http://schemas.microsoft.com/office/drawing/2014/main" id="{13BCD3EE-761A-E940-DEA7-F9AF18AC3498}"/>
              </a:ext>
            </a:extLst>
          </p:cNvPr>
          <p:cNvSpPr>
            <a:spLocks noGrp="1"/>
          </p:cNvSpPr>
          <p:nvPr>
            <p:ph type="sldNum" sz="quarter" idx="12"/>
          </p:nvPr>
        </p:nvSpPr>
        <p:spPr/>
        <p:txBody>
          <a:bodyPr/>
          <a:lstStyle/>
          <a:p>
            <a:fld id="{BEED9680-A590-4230-8F3F-1E362A005712}" type="slidenum">
              <a:rPr lang="en-IN" smtClean="0"/>
              <a:pPr/>
              <a:t>5</a:t>
            </a:fld>
            <a:endParaRPr lang="en-IN"/>
          </a:p>
        </p:txBody>
      </p:sp>
      <p:sp>
        <p:nvSpPr>
          <p:cNvPr id="10" name="TextBox 9">
            <a:extLst>
              <a:ext uri="{FF2B5EF4-FFF2-40B4-BE49-F238E27FC236}">
                <a16:creationId xmlns:a16="http://schemas.microsoft.com/office/drawing/2014/main" id="{B96A4A8C-1170-D0E5-5986-F394F60A38EE}"/>
              </a:ext>
            </a:extLst>
          </p:cNvPr>
          <p:cNvSpPr txBox="1"/>
          <p:nvPr/>
        </p:nvSpPr>
        <p:spPr>
          <a:xfrm>
            <a:off x="402337" y="1876924"/>
            <a:ext cx="11356848" cy="1815882"/>
          </a:xfrm>
          <a:prstGeom prst="rect">
            <a:avLst/>
          </a:prstGeom>
          <a:noFill/>
        </p:spPr>
        <p:txBody>
          <a:bodyPr wrap="square" rtlCol="0">
            <a:spAutoFit/>
          </a:bodyPr>
          <a:lstStyle/>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Develop a secure and efficient E-Authentication System utilizing a              combination of QR codes and OTP (one time password) technology. The System should provide seamless authentication for users while ensuring high levels of security to protect sensitive information.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787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F9E7D-A4B7-50BB-F125-9912E14A65E4}"/>
              </a:ext>
            </a:extLst>
          </p:cNvPr>
          <p:cNvSpPr>
            <a:spLocks noGrp="1"/>
          </p:cNvSpPr>
          <p:nvPr>
            <p:ph type="title"/>
          </p:nvPr>
        </p:nvSpPr>
        <p:spPr>
          <a:xfrm>
            <a:off x="536541" y="136526"/>
            <a:ext cx="10515600" cy="1689100"/>
          </a:xfrm>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Existing System</a:t>
            </a:r>
            <a:endParaRPr lang="en-IN" sz="4000" dirty="0"/>
          </a:p>
        </p:txBody>
      </p:sp>
      <p:sp>
        <p:nvSpPr>
          <p:cNvPr id="3" name="Content Placeholder 2">
            <a:extLst>
              <a:ext uri="{FF2B5EF4-FFF2-40B4-BE49-F238E27FC236}">
                <a16:creationId xmlns:a16="http://schemas.microsoft.com/office/drawing/2014/main" id="{A114D6BF-3A9E-D953-C2D4-5C543616FA34}"/>
              </a:ext>
            </a:extLst>
          </p:cNvPr>
          <p:cNvSpPr>
            <a:spLocks noGrp="1"/>
          </p:cNvSpPr>
          <p:nvPr>
            <p:ph idx="1"/>
          </p:nvPr>
        </p:nvSpPr>
        <p:spPr>
          <a:xfrm>
            <a:off x="536541" y="1684223"/>
            <a:ext cx="10911527" cy="4351338"/>
          </a:xfrm>
        </p:spPr>
        <p:txBody>
          <a:bodyPr spcCol="1440000" anchor="t">
            <a:normAutofit lnSpcReduction="10000"/>
          </a:bodyPr>
          <a:lstStyle/>
          <a:p>
            <a:pPr algn="just">
              <a:buFont typeface="Wingdings" pitchFamily="2" charset="2"/>
              <a:buChar char="v"/>
            </a:pPr>
            <a:r>
              <a:rPr lang="en-US" sz="2400" dirty="0">
                <a:latin typeface="Times New Roman" panose="02020603050405020304" pitchFamily="18" charset="0"/>
                <a:cs typeface="Times New Roman" panose="02020603050405020304" pitchFamily="18" charset="0"/>
              </a:rPr>
              <a:t> In “A Secure  mobile payment system using QR code” paper, the authors proposed a </a:t>
            </a:r>
          </a:p>
          <a:p>
            <a:pPr algn="just">
              <a:buNone/>
            </a:pPr>
            <a:r>
              <a:rPr lang="en-US" sz="2400" dirty="0">
                <a:latin typeface="Times New Roman" panose="02020603050405020304" pitchFamily="18" charset="0"/>
                <a:cs typeface="Times New Roman" panose="02020603050405020304" pitchFamily="18" charset="0"/>
              </a:rPr>
              <a:t>    state of affairs for mobile payment that tackles each considerations of the methods, </a:t>
            </a:r>
          </a:p>
          <a:p>
            <a:pPr algn="just">
              <a:buNone/>
            </a:pPr>
            <a:r>
              <a:rPr lang="en-US" sz="2400" dirty="0">
                <a:latin typeface="Times New Roman" panose="02020603050405020304" pitchFamily="18" charset="0"/>
                <a:cs typeface="Times New Roman" panose="02020603050405020304" pitchFamily="18" charset="0"/>
              </a:rPr>
              <a:t>    namely: speed of group action and security, while not complicating the method or </a:t>
            </a:r>
          </a:p>
          <a:p>
            <a:pPr algn="just">
              <a:buNone/>
            </a:pPr>
            <a:r>
              <a:rPr lang="en-US" sz="2400" dirty="0">
                <a:latin typeface="Times New Roman" panose="02020603050405020304" pitchFamily="18" charset="0"/>
                <a:cs typeface="Times New Roman" panose="02020603050405020304" pitchFamily="18" charset="0"/>
              </a:rPr>
              <a:t>    creating it undesirable to users.</a:t>
            </a:r>
          </a:p>
          <a:p>
            <a:pPr algn="just">
              <a:buFont typeface="Wingdings" pitchFamily="2" charset="2"/>
              <a:buChar char="v"/>
            </a:pPr>
            <a:r>
              <a:rPr lang="en-US" sz="2400" dirty="0">
                <a:latin typeface="Times New Roman" panose="02020603050405020304" pitchFamily="18" charset="0"/>
                <a:cs typeface="Times New Roman" panose="02020603050405020304" pitchFamily="18" charset="0"/>
              </a:rPr>
              <a:t> In the system “Advanced online banking authentication system using One-Time </a:t>
            </a:r>
          </a:p>
          <a:p>
            <a:pPr algn="just">
              <a:buNone/>
            </a:pPr>
            <a:r>
              <a:rPr lang="en-US" sz="2400" dirty="0">
                <a:latin typeface="Times New Roman" panose="02020603050405020304" pitchFamily="18" charset="0"/>
                <a:cs typeface="Times New Roman" panose="02020603050405020304" pitchFamily="18" charset="0"/>
              </a:rPr>
              <a:t>    Passwords embedded in QR code”, The authors explained implementation details of </a:t>
            </a:r>
          </a:p>
          <a:p>
            <a:pPr algn="just">
              <a:buNone/>
            </a:pPr>
            <a:r>
              <a:rPr lang="en-US" sz="2400" dirty="0">
                <a:latin typeface="Times New Roman" panose="02020603050405020304" pitchFamily="18" charset="0"/>
                <a:cs typeface="Times New Roman" panose="02020603050405020304" pitchFamily="18" charset="0"/>
              </a:rPr>
              <a:t>     online banking authentication system.</a:t>
            </a:r>
          </a:p>
          <a:p>
            <a:pPr algn="just">
              <a:buFont typeface="Wingdings" pitchFamily="2" charset="2"/>
              <a:buChar char="v"/>
            </a:pPr>
            <a:r>
              <a:rPr lang="en-US" sz="2400" dirty="0">
                <a:latin typeface="Times New Roman" panose="02020603050405020304" pitchFamily="18" charset="0"/>
                <a:cs typeface="Times New Roman" panose="02020603050405020304" pitchFamily="18" charset="0"/>
              </a:rPr>
              <a:t> Secure mobile transaction authentication, the authors contributed with the QR-Tan </a:t>
            </a:r>
          </a:p>
          <a:p>
            <a:pPr algn="just">
              <a:buNone/>
            </a:pPr>
            <a:r>
              <a:rPr lang="en-US" sz="2400" dirty="0">
                <a:latin typeface="Times New Roman" panose="02020603050405020304" pitchFamily="18" charset="0"/>
                <a:cs typeface="Times New Roman" panose="02020603050405020304" pitchFamily="18" charset="0"/>
              </a:rPr>
              <a:t>    authentication technique. QR-Tan authentication area unit a dealing authentication </a:t>
            </a:r>
          </a:p>
          <a:p>
            <a:pPr algn="just">
              <a:buNone/>
            </a:pPr>
            <a:r>
              <a:rPr lang="en-US" sz="2400" dirty="0">
                <a:latin typeface="Times New Roman" panose="02020603050405020304" pitchFamily="18" charset="0"/>
                <a:cs typeface="Times New Roman" panose="02020603050405020304" pitchFamily="18" charset="0"/>
              </a:rPr>
              <a:t>    technique supported two dimensional bar codes.</a:t>
            </a:r>
          </a:p>
          <a:p>
            <a:pPr algn="just">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F4D723-E77C-19B6-A2DD-EF2A8063CE19}"/>
              </a:ext>
            </a:extLst>
          </p:cNvPr>
          <p:cNvSpPr>
            <a:spLocks noGrp="1"/>
          </p:cNvSpPr>
          <p:nvPr>
            <p:ph type="sldNum" sz="quarter" idx="12"/>
          </p:nvPr>
        </p:nvSpPr>
        <p:spPr/>
        <p:txBody>
          <a:bodyPr/>
          <a:lstStyle/>
          <a:p>
            <a:fld id="{BEED9680-A590-4230-8F3F-1E362A005712}" type="slidenum">
              <a:rPr lang="en-IN" smtClean="0"/>
              <a:pPr/>
              <a:t>6</a:t>
            </a:fld>
            <a:endParaRPr lang="en-IN"/>
          </a:p>
        </p:txBody>
      </p:sp>
    </p:spTree>
    <p:extLst>
      <p:ext uri="{BB962C8B-B14F-4D97-AF65-F5344CB8AC3E}">
        <p14:creationId xmlns:p14="http://schemas.microsoft.com/office/powerpoint/2010/main" val="3144523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2A3E4-9878-2940-268C-86560DB4C7CB}"/>
              </a:ext>
            </a:extLst>
          </p:cNvPr>
          <p:cNvSpPr>
            <a:spLocks noGrp="1"/>
          </p:cNvSpPr>
          <p:nvPr>
            <p:ph type="title"/>
          </p:nvPr>
        </p:nvSpPr>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Limitations of Existing System</a:t>
            </a:r>
            <a:endParaRPr lang="en-IN" sz="4000" dirty="0"/>
          </a:p>
        </p:txBody>
      </p:sp>
      <p:sp>
        <p:nvSpPr>
          <p:cNvPr id="3" name="Content Placeholder 2">
            <a:extLst>
              <a:ext uri="{FF2B5EF4-FFF2-40B4-BE49-F238E27FC236}">
                <a16:creationId xmlns:a16="http://schemas.microsoft.com/office/drawing/2014/main" id="{51EF91BB-495D-05EB-2C20-956E717963A4}"/>
              </a:ext>
            </a:extLst>
          </p:cNvPr>
          <p:cNvSpPr>
            <a:spLocks noGrp="1"/>
          </p:cNvSpPr>
          <p:nvPr>
            <p:ph idx="1"/>
          </p:nvPr>
        </p:nvSpPr>
        <p:spPr>
          <a:xfrm>
            <a:off x="838200" y="1606688"/>
            <a:ext cx="10791805" cy="4351338"/>
          </a:xfrm>
        </p:spPr>
        <p:txBody>
          <a:bodyPr>
            <a:normAutofit/>
          </a:bodyPr>
          <a:lstStyle/>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The most drawbacks is that data on the web may be haphazardly changed by malicious code. </a:t>
            </a:r>
          </a:p>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Easily hacked by Intruders/hackers.</a:t>
            </a:r>
          </a:p>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 Very traditional method of using passwords or using complex passwords makes to store the data somewhere so it is mostly </a:t>
            </a:r>
            <a:r>
              <a:rPr lang="en-US" sz="2400" dirty="0" err="1">
                <a:latin typeface="Times New Roman" pitchFamily="18" charset="0"/>
                <a:cs typeface="Times New Roman" pitchFamily="18" charset="0"/>
              </a:rPr>
              <a:t>leakable</a:t>
            </a:r>
            <a:r>
              <a:rPr lang="en-US" sz="2400" dirty="0">
                <a:latin typeface="Times New Roman" pitchFamily="18" charset="0"/>
                <a:cs typeface="Times New Roman" pitchFamily="18" charset="0"/>
              </a:rPr>
              <a:t> to some other easily. </a:t>
            </a:r>
          </a:p>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Need to change the password in regular interval of time</a:t>
            </a:r>
          </a:p>
        </p:txBody>
      </p:sp>
      <p:sp>
        <p:nvSpPr>
          <p:cNvPr id="4" name="Slide Number Placeholder 3">
            <a:extLst>
              <a:ext uri="{FF2B5EF4-FFF2-40B4-BE49-F238E27FC236}">
                <a16:creationId xmlns:a16="http://schemas.microsoft.com/office/drawing/2014/main" id="{839DD732-77DC-58F4-4CBF-445E39A1B21D}"/>
              </a:ext>
            </a:extLst>
          </p:cNvPr>
          <p:cNvSpPr>
            <a:spLocks noGrp="1"/>
          </p:cNvSpPr>
          <p:nvPr>
            <p:ph type="sldNum" sz="quarter" idx="12"/>
          </p:nvPr>
        </p:nvSpPr>
        <p:spPr/>
        <p:txBody>
          <a:bodyPr/>
          <a:lstStyle/>
          <a:p>
            <a:fld id="{BEED9680-A590-4230-8F3F-1E362A005712}" type="slidenum">
              <a:rPr lang="en-IN" smtClean="0"/>
              <a:pPr/>
              <a:t>7</a:t>
            </a:fld>
            <a:endParaRPr lang="en-IN"/>
          </a:p>
        </p:txBody>
      </p:sp>
    </p:spTree>
    <p:extLst>
      <p:ext uri="{BB962C8B-B14F-4D97-AF65-F5344CB8AC3E}">
        <p14:creationId xmlns:p14="http://schemas.microsoft.com/office/powerpoint/2010/main" val="3058141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EDCAD-E4B3-C7E4-E43D-F293E3655999}"/>
              </a:ext>
            </a:extLst>
          </p:cNvPr>
          <p:cNvSpPr>
            <a:spLocks noGrp="1"/>
          </p:cNvSpPr>
          <p:nvPr>
            <p:ph type="title"/>
          </p:nvPr>
        </p:nvSpPr>
        <p:spPr/>
        <p:txBody>
          <a:bodyPr>
            <a:normAutofit/>
          </a:bodyPr>
          <a:lstStyle/>
          <a:p>
            <a:pPr>
              <a:lnSpc>
                <a:spcPct val="150000"/>
              </a:lnSpc>
            </a:pPr>
            <a:r>
              <a:rPr lang="en-US" sz="4000" b="1" dirty="0">
                <a:solidFill>
                  <a:schemeClr val="accent2">
                    <a:lumMod val="75000"/>
                  </a:schemeClr>
                </a:solidFill>
                <a:latin typeface="Times New Roman" panose="02020603050405020304" pitchFamily="18" charset="0"/>
                <a:cs typeface="Times New Roman" panose="02020603050405020304" pitchFamily="18" charset="0"/>
              </a:rPr>
              <a:t>Proposed System</a:t>
            </a:r>
            <a:endParaRPr lang="en-IN" sz="4000" dirty="0"/>
          </a:p>
        </p:txBody>
      </p:sp>
      <p:sp>
        <p:nvSpPr>
          <p:cNvPr id="3" name="Content Placeholder 2">
            <a:extLst>
              <a:ext uri="{FF2B5EF4-FFF2-40B4-BE49-F238E27FC236}">
                <a16:creationId xmlns:a16="http://schemas.microsoft.com/office/drawing/2014/main" id="{0B958947-161A-44F8-9D11-1A6A2F5F0A9D}"/>
              </a:ext>
            </a:extLst>
          </p:cNvPr>
          <p:cNvSpPr>
            <a:spLocks noGrp="1"/>
          </p:cNvSpPr>
          <p:nvPr>
            <p:ph idx="1"/>
          </p:nvPr>
        </p:nvSpPr>
        <p:spPr>
          <a:xfrm>
            <a:off x="838200" y="1791022"/>
            <a:ext cx="10854965" cy="4464993"/>
          </a:xfrm>
        </p:spPr>
        <p:txBody>
          <a:bodyPr>
            <a:noAutofit/>
          </a:bodyPr>
          <a:lstStyle/>
          <a:p>
            <a:pPr marL="541338" indent="-541338" algn="just">
              <a:lnSpc>
                <a:spcPct val="150000"/>
              </a:lnSpc>
              <a:buFont typeface="Wingdings" pitchFamily="2" charset="2"/>
              <a:buChar char="v"/>
            </a:pPr>
            <a:r>
              <a:rPr lang="en-US" sz="2000" dirty="0">
                <a:latin typeface="Times New Roman" pitchFamily="18" charset="0"/>
                <a:cs typeface="Times New Roman" pitchFamily="18" charset="0"/>
              </a:rPr>
              <a:t>In the proposed scheme, the user can easily and efficiently login into the system. We analyze the security and usability of the proposed scheme, and show the resistance of the proposed scheme to hacking of login credentials, shoulder surfing and accidental login.</a:t>
            </a:r>
          </a:p>
          <a:p>
            <a:pPr marL="541338" indent="-541338" algn="just">
              <a:lnSpc>
                <a:spcPct val="150000"/>
              </a:lnSpc>
              <a:buFont typeface="Wingdings" pitchFamily="2" charset="2"/>
              <a:buChar char="v"/>
            </a:pPr>
            <a:r>
              <a:rPr lang="en-US" sz="2000" dirty="0">
                <a:latin typeface="Times New Roman" pitchFamily="18" charset="0"/>
                <a:cs typeface="Times New Roman" pitchFamily="18" charset="0"/>
              </a:rPr>
              <a:t>In order to use this authentication system, user need to first register himself into this system by filing up the basic registration details. After a successful registration, user can access the login module where he/she need to first authenticate the account by entering the email id and password which was entered while registration. Once the email id and password is authenticated, the user may proceed with next authentication section where he/she need to select the type of authentication as QR (Quick Response) Code and OTP (One Time Password).</a:t>
            </a:r>
            <a:endParaRPr lang="en-US" sz="2000" b="0" i="0" dirty="0">
              <a:effectLst/>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3A0F0822-99F4-8F31-AC49-D3898F4DEBB5}"/>
              </a:ext>
            </a:extLst>
          </p:cNvPr>
          <p:cNvSpPr>
            <a:spLocks noGrp="1"/>
          </p:cNvSpPr>
          <p:nvPr>
            <p:ph type="sldNum" sz="quarter" idx="12"/>
          </p:nvPr>
        </p:nvSpPr>
        <p:spPr/>
        <p:txBody>
          <a:bodyPr/>
          <a:lstStyle/>
          <a:p>
            <a:fld id="{BEED9680-A590-4230-8F3F-1E362A005712}" type="slidenum">
              <a:rPr lang="en-IN" smtClean="0"/>
              <a:pPr/>
              <a:t>8</a:t>
            </a:fld>
            <a:endParaRPr lang="en-IN"/>
          </a:p>
        </p:txBody>
      </p:sp>
    </p:spTree>
    <p:extLst>
      <p:ext uri="{BB962C8B-B14F-4D97-AF65-F5344CB8AC3E}">
        <p14:creationId xmlns:p14="http://schemas.microsoft.com/office/powerpoint/2010/main" val="1675662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7925567D-3163-17E6-E93A-E86798018AEF}"/>
              </a:ext>
            </a:extLst>
          </p:cNvPr>
          <p:cNvSpPr>
            <a:spLocks noGrp="1"/>
          </p:cNvSpPr>
          <p:nvPr>
            <p:ph type="sldNum" sz="quarter" idx="12"/>
          </p:nvPr>
        </p:nvSpPr>
        <p:spPr>
          <a:xfrm>
            <a:off x="8610600" y="6356350"/>
            <a:ext cx="2743200" cy="365125"/>
          </a:xfrm>
        </p:spPr>
        <p:txBody>
          <a:bodyPr/>
          <a:lstStyle/>
          <a:p>
            <a:fld id="{BEED9680-A590-4230-8F3F-1E362A005712}" type="slidenum">
              <a:rPr lang="en-IN" smtClean="0"/>
              <a:pPr/>
              <a:t>9</a:t>
            </a:fld>
            <a:endParaRPr lang="en-IN"/>
          </a:p>
        </p:txBody>
      </p:sp>
      <p:sp>
        <p:nvSpPr>
          <p:cNvPr id="18" name="Title 1">
            <a:extLst>
              <a:ext uri="{FF2B5EF4-FFF2-40B4-BE49-F238E27FC236}">
                <a16:creationId xmlns:a16="http://schemas.microsoft.com/office/drawing/2014/main" id="{F6A82AA3-0970-A8C3-8736-98134C4D162E}"/>
              </a:ext>
            </a:extLst>
          </p:cNvPr>
          <p:cNvSpPr>
            <a:spLocks noGrp="1"/>
          </p:cNvSpPr>
          <p:nvPr>
            <p:ph type="title"/>
          </p:nvPr>
        </p:nvSpPr>
        <p:spPr>
          <a:xfrm>
            <a:off x="838200" y="365125"/>
            <a:ext cx="10515600" cy="1325563"/>
          </a:xfrm>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System Requirement Specifications</a:t>
            </a:r>
            <a:endParaRPr lang="en-IN" sz="4000" dirty="0"/>
          </a:p>
        </p:txBody>
      </p:sp>
      <p:sp>
        <p:nvSpPr>
          <p:cNvPr id="19" name="Content Placeholder 2">
            <a:extLst>
              <a:ext uri="{FF2B5EF4-FFF2-40B4-BE49-F238E27FC236}">
                <a16:creationId xmlns:a16="http://schemas.microsoft.com/office/drawing/2014/main" id="{0D7C1208-C7E6-6E36-DC00-89694D9CE382}"/>
              </a:ext>
            </a:extLst>
          </p:cNvPr>
          <p:cNvSpPr>
            <a:spLocks noGrp="1"/>
          </p:cNvSpPr>
          <p:nvPr>
            <p:ph idx="1"/>
          </p:nvPr>
        </p:nvSpPr>
        <p:spPr>
          <a:xfrm>
            <a:off x="838200" y="1606688"/>
            <a:ext cx="10791805" cy="4351338"/>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a:p>
            <a:pPr marL="541338" indent="-541338" algn="just">
              <a:lnSpc>
                <a:spcPct val="150000"/>
              </a:lnSpc>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0" indent="0">
              <a:lnSpc>
                <a:spcPct val="150000"/>
              </a:lnSpc>
              <a:buNone/>
            </a:pPr>
            <a:endParaRPr lang="en-IN" sz="2400" dirty="0">
              <a:latin typeface="Times New Roman" panose="02020603050405020304" pitchFamily="18" charset="0"/>
              <a:cs typeface="Times New Roman" panose="02020603050405020304" pitchFamily="18" charset="0"/>
            </a:endParaRPr>
          </a:p>
        </p:txBody>
      </p:sp>
      <p:sp>
        <p:nvSpPr>
          <p:cNvPr id="20" name="Slide Number Placeholder 3">
            <a:extLst>
              <a:ext uri="{FF2B5EF4-FFF2-40B4-BE49-F238E27FC236}">
                <a16:creationId xmlns:a16="http://schemas.microsoft.com/office/drawing/2014/main" id="{41559B78-7D1A-7744-A819-C311A52A7FE5}"/>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EED9680-A590-4230-8F3F-1E362A005712}" type="slidenum">
              <a:rPr lang="en-IN" smtClean="0"/>
              <a:pPr/>
              <a:t>9</a:t>
            </a:fld>
            <a:endParaRPr lang="en-IN"/>
          </a:p>
        </p:txBody>
      </p:sp>
      <p:sp>
        <p:nvSpPr>
          <p:cNvPr id="21" name="Content Placeholder 2">
            <a:extLst>
              <a:ext uri="{FF2B5EF4-FFF2-40B4-BE49-F238E27FC236}">
                <a16:creationId xmlns:a16="http://schemas.microsoft.com/office/drawing/2014/main" id="{3C912F5B-E91B-2A5A-CAC5-FC40DDC1B03D}"/>
              </a:ext>
            </a:extLst>
          </p:cNvPr>
          <p:cNvSpPr txBox="1">
            <a:spLocks/>
          </p:cNvSpPr>
          <p:nvPr/>
        </p:nvSpPr>
        <p:spPr>
          <a:xfrm>
            <a:off x="605118" y="1658944"/>
            <a:ext cx="5179141" cy="4501438"/>
          </a:xfrm>
          <a:prstGeom prst="rect">
            <a:avLst/>
          </a:prstGeom>
          <a:ln w="28575">
            <a:solidFill>
              <a:srgbClr val="7030A0"/>
            </a:solidFill>
          </a:ln>
        </p:spPr>
        <p:style>
          <a:lnRef idx="2">
            <a:schemeClr val="accent4"/>
          </a:lnRef>
          <a:fillRef idx="1">
            <a:schemeClr val="lt1"/>
          </a:fillRef>
          <a:effectRef idx="0">
            <a:schemeClr val="accent4"/>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lnSpc>
                <a:spcPct val="150000"/>
              </a:lnSpc>
              <a:buNone/>
            </a:pPr>
            <a:r>
              <a:rPr lang="en-US" sz="2400" b="1" dirty="0">
                <a:latin typeface="Times New Roman" pitchFamily="18" charset="0"/>
                <a:cs typeface="Times New Roman" pitchFamily="18" charset="0"/>
              </a:rPr>
              <a:t>HARDWARE REQUIREMENTS</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System : Pentium i3 Processor</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Hard Disk : 500 GB</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Monitor : 15’ LED</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Input Devices : Keyboard, Mouse </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Ram: 2GB</a:t>
            </a:r>
            <a:endParaRPr lang="en-IN" sz="2400" dirty="0">
              <a:latin typeface="Times New Roman" pitchFamily="18" charset="0"/>
              <a:cs typeface="Times New Roman" pitchFamily="18" charset="0"/>
            </a:endParaRPr>
          </a:p>
        </p:txBody>
      </p:sp>
      <p:sp>
        <p:nvSpPr>
          <p:cNvPr id="10" name="Content Placeholder 2">
            <a:extLst>
              <a:ext uri="{FF2B5EF4-FFF2-40B4-BE49-F238E27FC236}">
                <a16:creationId xmlns:a16="http://schemas.microsoft.com/office/drawing/2014/main" id="{3C912F5B-E91B-2A5A-CAC5-FC40DDC1B03D}"/>
              </a:ext>
            </a:extLst>
          </p:cNvPr>
          <p:cNvSpPr txBox="1">
            <a:spLocks/>
          </p:cNvSpPr>
          <p:nvPr/>
        </p:nvSpPr>
        <p:spPr>
          <a:xfrm>
            <a:off x="5948083" y="1649980"/>
            <a:ext cx="5179141" cy="4501438"/>
          </a:xfrm>
          <a:prstGeom prst="rect">
            <a:avLst/>
          </a:prstGeom>
          <a:ln w="28575">
            <a:solidFill>
              <a:srgbClr val="7030A0"/>
            </a:solidFill>
          </a:ln>
        </p:spPr>
        <p:style>
          <a:lnRef idx="2">
            <a:schemeClr val="accent4"/>
          </a:lnRef>
          <a:fillRef idx="1">
            <a:schemeClr val="lt1"/>
          </a:fillRef>
          <a:effectRef idx="0">
            <a:schemeClr val="accent4"/>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lnSpc>
                <a:spcPct val="150000"/>
              </a:lnSpc>
              <a:buNone/>
            </a:pPr>
            <a:r>
              <a:rPr lang="en-US" sz="2400" b="1" dirty="0">
                <a:latin typeface="Times New Roman" pitchFamily="18" charset="0"/>
                <a:cs typeface="Times New Roman" pitchFamily="18" charset="0"/>
              </a:rPr>
              <a:t>SOAFTWARE REQUIREMENTS</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Operating System : Windows 10</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Coding Language : JAVA</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Tool : Net-beans  8.2</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a:t>
            </a:r>
            <a:r>
              <a:rPr lang="en-IN" sz="2400" dirty="0">
                <a:latin typeface="Times New Roman" pitchFamily="18" charset="0"/>
                <a:cs typeface="Times New Roman" pitchFamily="18" charset="0"/>
              </a:rPr>
              <a:t>Database : MYSQL</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458998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7B1EDE1-8F9E-4244-ECCB-020C6115B501}"/>
              </a:ext>
            </a:extLst>
          </p:cNvPr>
          <p:cNvPicPr>
            <a:picLocks noGrp="1" noChangeAspect="1"/>
          </p:cNvPicPr>
          <p:nvPr>
            <p:ph idx="1"/>
          </p:nvPr>
        </p:nvPicPr>
        <p:blipFill>
          <a:blip r:embed="rId2"/>
          <a:stretch>
            <a:fillRect/>
          </a:stretch>
        </p:blipFill>
        <p:spPr>
          <a:xfrm>
            <a:off x="3579554" y="3679164"/>
            <a:ext cx="3861401" cy="714124"/>
          </a:xfrm>
          <a:prstGeom prst="rect">
            <a:avLst/>
          </a:prstGeom>
        </p:spPr>
      </p:pic>
      <p:sp>
        <p:nvSpPr>
          <p:cNvPr id="4" name="Slide Number Placeholder 3">
            <a:extLst>
              <a:ext uri="{FF2B5EF4-FFF2-40B4-BE49-F238E27FC236}">
                <a16:creationId xmlns:a16="http://schemas.microsoft.com/office/drawing/2014/main" id="{A6A20CD1-B582-E7BA-FE8D-8BC54A3A42FE}"/>
              </a:ext>
            </a:extLst>
          </p:cNvPr>
          <p:cNvSpPr>
            <a:spLocks noGrp="1"/>
          </p:cNvSpPr>
          <p:nvPr>
            <p:ph type="sldNum" sz="quarter" idx="12"/>
          </p:nvPr>
        </p:nvSpPr>
        <p:spPr/>
        <p:txBody>
          <a:bodyPr/>
          <a:lstStyle/>
          <a:p>
            <a:fld id="{BEED9680-A590-4230-8F3F-1E362A005712}" type="slidenum">
              <a:rPr lang="en-IN" smtClean="0"/>
              <a:pPr/>
              <a:t>10</a:t>
            </a:fld>
            <a:endParaRPr lang="en-IN"/>
          </a:p>
        </p:txBody>
      </p:sp>
      <p:pic>
        <p:nvPicPr>
          <p:cNvPr id="7" name="Picture 6">
            <a:extLst>
              <a:ext uri="{FF2B5EF4-FFF2-40B4-BE49-F238E27FC236}">
                <a16:creationId xmlns:a16="http://schemas.microsoft.com/office/drawing/2014/main" id="{6F24AE15-04C8-1D3B-5AEC-5F191BC853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4682" y="515390"/>
            <a:ext cx="8535337" cy="5611194"/>
          </a:xfrm>
          <a:prstGeom prst="rect">
            <a:avLst/>
          </a:prstGeom>
        </p:spPr>
      </p:pic>
      <p:sp>
        <p:nvSpPr>
          <p:cNvPr id="10" name="Title 9">
            <a:extLst>
              <a:ext uri="{FF2B5EF4-FFF2-40B4-BE49-F238E27FC236}">
                <a16:creationId xmlns:a16="http://schemas.microsoft.com/office/drawing/2014/main" id="{15C2EEDA-B17E-AEBD-ED28-4C8FBA0EF99B}"/>
              </a:ext>
            </a:extLst>
          </p:cNvPr>
          <p:cNvSpPr>
            <a:spLocks noGrp="1"/>
          </p:cNvSpPr>
          <p:nvPr>
            <p:ph type="title"/>
          </p:nvPr>
        </p:nvSpPr>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System Design</a:t>
            </a:r>
          </a:p>
        </p:txBody>
      </p:sp>
    </p:spTree>
    <p:extLst>
      <p:ext uri="{BB962C8B-B14F-4D97-AF65-F5344CB8AC3E}">
        <p14:creationId xmlns:p14="http://schemas.microsoft.com/office/powerpoint/2010/main" val="1746365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65F39A-5D73-00F2-7809-943C975CFE1B}"/>
              </a:ext>
            </a:extLst>
          </p:cNvPr>
          <p:cNvSpPr>
            <a:spLocks noGrp="1"/>
          </p:cNvSpPr>
          <p:nvPr>
            <p:ph idx="1"/>
          </p:nvPr>
        </p:nvSpPr>
        <p:spPr>
          <a:xfrm>
            <a:off x="532015" y="399011"/>
            <a:ext cx="10821785" cy="5777952"/>
          </a:xfrm>
        </p:spPr>
        <p:txBody>
          <a:bodyPr/>
          <a:lstStyle/>
          <a:p>
            <a:pPr marL="0" indent="0">
              <a:buNone/>
            </a:pPr>
            <a:r>
              <a:rPr lang="en-IN" dirty="0"/>
              <a:t>Class Diagram:</a:t>
            </a:r>
          </a:p>
        </p:txBody>
      </p:sp>
      <p:sp>
        <p:nvSpPr>
          <p:cNvPr id="4" name="Slide Number Placeholder 3">
            <a:extLst>
              <a:ext uri="{FF2B5EF4-FFF2-40B4-BE49-F238E27FC236}">
                <a16:creationId xmlns:a16="http://schemas.microsoft.com/office/drawing/2014/main" id="{56CFEBDF-E6BB-60B8-15A2-1A66D2B22CB3}"/>
              </a:ext>
            </a:extLst>
          </p:cNvPr>
          <p:cNvSpPr>
            <a:spLocks noGrp="1"/>
          </p:cNvSpPr>
          <p:nvPr>
            <p:ph type="sldNum" sz="quarter" idx="12"/>
          </p:nvPr>
        </p:nvSpPr>
        <p:spPr/>
        <p:txBody>
          <a:bodyPr/>
          <a:lstStyle/>
          <a:p>
            <a:fld id="{BEED9680-A590-4230-8F3F-1E362A005712}" type="slidenum">
              <a:rPr lang="en-IN" smtClean="0"/>
              <a:pPr/>
              <a:t>11</a:t>
            </a:fld>
            <a:endParaRPr lang="en-IN"/>
          </a:p>
        </p:txBody>
      </p:sp>
      <p:pic>
        <p:nvPicPr>
          <p:cNvPr id="8" name="Picture 7">
            <a:extLst>
              <a:ext uri="{FF2B5EF4-FFF2-40B4-BE49-F238E27FC236}">
                <a16:creationId xmlns:a16="http://schemas.microsoft.com/office/drawing/2014/main" id="{B843FF28-113C-DB20-C759-D13FF622EA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6050" y="1095375"/>
            <a:ext cx="6819900" cy="4667250"/>
          </a:xfrm>
          <a:prstGeom prst="rect">
            <a:avLst/>
          </a:prstGeom>
        </p:spPr>
      </p:pic>
    </p:spTree>
    <p:extLst>
      <p:ext uri="{BB962C8B-B14F-4D97-AF65-F5344CB8AC3E}">
        <p14:creationId xmlns:p14="http://schemas.microsoft.com/office/powerpoint/2010/main" val="3674480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5E90-28AD-FBB4-D2DC-F472273A051F}"/>
              </a:ext>
            </a:extLst>
          </p:cNvPr>
          <p:cNvSpPr>
            <a:spLocks noGrp="1"/>
          </p:cNvSpPr>
          <p:nvPr>
            <p:ph type="title"/>
          </p:nvPr>
        </p:nvSpPr>
        <p:spPr>
          <a:xfrm>
            <a:off x="628650" y="-100013"/>
            <a:ext cx="10515600" cy="1325563"/>
          </a:xfrm>
        </p:spPr>
        <p:txBody>
          <a:bodyPr>
            <a:normAutofit/>
          </a:bodyPr>
          <a:lstStyle/>
          <a:p>
            <a:r>
              <a:rPr lang="en-IN" sz="3600" b="1" dirty="0">
                <a:solidFill>
                  <a:schemeClr val="accent2">
                    <a:lumMod val="75000"/>
                  </a:schemeClr>
                </a:solidFill>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9B05B51D-69B1-1337-5D8F-D683B35069CD}"/>
              </a:ext>
            </a:extLst>
          </p:cNvPr>
          <p:cNvSpPr>
            <a:spLocks noGrp="1"/>
          </p:cNvSpPr>
          <p:nvPr>
            <p:ph idx="1"/>
          </p:nvPr>
        </p:nvSpPr>
        <p:spPr>
          <a:xfrm>
            <a:off x="628650" y="1041400"/>
            <a:ext cx="12058650" cy="54991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MODULES:</a:t>
            </a:r>
          </a:p>
          <a:p>
            <a:pPr marL="0" indent="0">
              <a:buNone/>
            </a:pPr>
            <a:r>
              <a:rPr lang="en-US" sz="2400" dirty="0">
                <a:latin typeface="Times New Roman" panose="02020603050405020304" pitchFamily="18" charset="0"/>
                <a:cs typeface="Times New Roman" panose="02020603050405020304" pitchFamily="18" charset="0"/>
              </a:rPr>
              <a:t>This project contains following modules:</a:t>
            </a:r>
          </a:p>
          <a:p>
            <a:pPr marL="0" indent="0">
              <a:buNone/>
            </a:pPr>
            <a:r>
              <a:rPr lang="en-US" sz="2400" dirty="0">
                <a:latin typeface="Times New Roman" panose="02020603050405020304" pitchFamily="18" charset="0"/>
                <a:cs typeface="Times New Roman" panose="02020603050405020304" pitchFamily="18" charset="0"/>
              </a:rPr>
              <a:t>1. Registration</a:t>
            </a:r>
          </a:p>
          <a:p>
            <a:pPr marL="0" indent="0">
              <a:buNone/>
            </a:pPr>
            <a:r>
              <a:rPr lang="en-US" sz="2400" dirty="0">
                <a:latin typeface="Times New Roman" panose="02020603050405020304" pitchFamily="18" charset="0"/>
                <a:cs typeface="Times New Roman" panose="02020603050405020304" pitchFamily="18" charset="0"/>
              </a:rPr>
              <a:t>2. Login</a:t>
            </a:r>
          </a:p>
          <a:p>
            <a:pPr marL="0" indent="0">
              <a:buNone/>
            </a:pPr>
            <a:r>
              <a:rPr lang="en-US" sz="2400" dirty="0">
                <a:latin typeface="Times New Roman" panose="02020603050405020304" pitchFamily="18" charset="0"/>
                <a:cs typeface="Times New Roman" panose="02020603050405020304" pitchFamily="18" charset="0"/>
              </a:rPr>
              <a:t>3. OTP Verification</a:t>
            </a:r>
          </a:p>
          <a:p>
            <a:pPr marL="0" indent="0">
              <a:buNone/>
            </a:pPr>
            <a:r>
              <a:rPr lang="en-US" sz="2400" dirty="0">
                <a:latin typeface="Times New Roman" panose="02020603050405020304" pitchFamily="18" charset="0"/>
                <a:cs typeface="Times New Roman" panose="02020603050405020304" pitchFamily="18" charset="0"/>
              </a:rPr>
              <a:t>4. Scan QR codes</a:t>
            </a:r>
          </a:p>
          <a:p>
            <a:pPr marL="0" indent="0">
              <a:buNone/>
            </a:pPr>
            <a:r>
              <a:rPr lang="en-US" sz="2400" dirty="0">
                <a:latin typeface="Times New Roman" panose="02020603050405020304" pitchFamily="18" charset="0"/>
                <a:cs typeface="Times New Roman" panose="02020603050405020304" pitchFamily="18" charset="0"/>
              </a:rPr>
              <a:t>5. Main page access</a:t>
            </a:r>
          </a:p>
          <a:p>
            <a:pPr marL="0" indent="0">
              <a:buNone/>
            </a:pPr>
            <a:r>
              <a:rPr lang="en-US" sz="2400" b="1" dirty="0">
                <a:latin typeface="Times New Roman" panose="02020603050405020304" pitchFamily="18" charset="0"/>
                <a:cs typeface="Times New Roman" panose="02020603050405020304" pitchFamily="18" charset="0"/>
              </a:rPr>
              <a:t>MODULE DESCRIPTION:</a:t>
            </a:r>
          </a:p>
          <a:p>
            <a:r>
              <a:rPr lang="en-US" sz="2400" dirty="0">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Registration:</a:t>
            </a:r>
          </a:p>
          <a:p>
            <a:pPr marL="0" indent="0">
              <a:buNone/>
            </a:pPr>
            <a:r>
              <a:rPr lang="en-US" sz="2400" dirty="0">
                <a:latin typeface="Times New Roman" panose="02020603050405020304" pitchFamily="18" charset="0"/>
                <a:cs typeface="Times New Roman" panose="02020603050405020304" pitchFamily="18" charset="0"/>
              </a:rPr>
              <a:t>To access the system, user need to first register by entering the basic registration details like name, email id, mobile number, gender, etc.</a:t>
            </a:r>
          </a:p>
        </p:txBody>
      </p:sp>
      <p:sp>
        <p:nvSpPr>
          <p:cNvPr id="4" name="Slide Number Placeholder 3">
            <a:extLst>
              <a:ext uri="{FF2B5EF4-FFF2-40B4-BE49-F238E27FC236}">
                <a16:creationId xmlns:a16="http://schemas.microsoft.com/office/drawing/2014/main" id="{60AE6CC3-F0F5-3456-B36E-0D75475CEEF7}"/>
              </a:ext>
            </a:extLst>
          </p:cNvPr>
          <p:cNvSpPr>
            <a:spLocks noGrp="1"/>
          </p:cNvSpPr>
          <p:nvPr>
            <p:ph type="sldNum" sz="quarter" idx="12"/>
          </p:nvPr>
        </p:nvSpPr>
        <p:spPr/>
        <p:txBody>
          <a:bodyPr/>
          <a:lstStyle/>
          <a:p>
            <a:fld id="{BEED9680-A590-4230-8F3F-1E362A005712}" type="slidenum">
              <a:rPr lang="en-IN" smtClean="0"/>
              <a:pPr/>
              <a:t>12</a:t>
            </a:fld>
            <a:endParaRPr lang="en-IN"/>
          </a:p>
        </p:txBody>
      </p:sp>
    </p:spTree>
    <p:extLst>
      <p:ext uri="{BB962C8B-B14F-4D97-AF65-F5344CB8AC3E}">
        <p14:creationId xmlns:p14="http://schemas.microsoft.com/office/powerpoint/2010/main" val="198378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964DF-4D54-459B-599F-67BBF29F0277}"/>
              </a:ext>
            </a:extLst>
          </p:cNvPr>
          <p:cNvSpPr>
            <a:spLocks noGrp="1"/>
          </p:cNvSpPr>
          <p:nvPr>
            <p:ph idx="1"/>
          </p:nvPr>
        </p:nvSpPr>
        <p:spPr>
          <a:xfrm>
            <a:off x="342900" y="136525"/>
            <a:ext cx="11506200" cy="6219825"/>
          </a:xfrm>
        </p:spPr>
        <p:txBody>
          <a:bodyPr>
            <a:normAutofit/>
          </a:bodyPr>
          <a:lstStyle/>
          <a:p>
            <a:endParaRPr lang="en-US" sz="2400" dirty="0">
              <a:solidFill>
                <a:srgbClr val="C00000"/>
              </a:solidFill>
              <a:latin typeface="Times New Roman" panose="02020603050405020304" pitchFamily="18" charset="0"/>
              <a:cs typeface="Times New Roman" panose="02020603050405020304" pitchFamily="18" charset="0"/>
            </a:endParaRPr>
          </a:p>
          <a:p>
            <a:r>
              <a:rPr lang="en-US" sz="2400" dirty="0">
                <a:solidFill>
                  <a:srgbClr val="C00000"/>
                </a:solidFill>
                <a:latin typeface="Times New Roman" panose="02020603050405020304" pitchFamily="18" charset="0"/>
                <a:cs typeface="Times New Roman" panose="02020603050405020304" pitchFamily="18" charset="0"/>
              </a:rPr>
              <a:t> Login:</a:t>
            </a:r>
          </a:p>
          <a:p>
            <a:pPr marL="0" indent="0">
              <a:buNone/>
            </a:pPr>
            <a:r>
              <a:rPr lang="en-US" sz="2400" dirty="0">
                <a:latin typeface="Times New Roman" panose="02020603050405020304" pitchFamily="18" charset="0"/>
                <a:cs typeface="Times New Roman" panose="02020603050405020304" pitchFamily="18" charset="0"/>
              </a:rPr>
              <a:t>If the login credentials are validated by the system, the page will be redirected to user authentication page where user need to select any one authentication type as OTP or QR Code.</a:t>
            </a:r>
            <a:endParaRPr lang="en-US" sz="2400" dirty="0">
              <a:solidFill>
                <a:srgbClr val="C00000"/>
              </a:solidFill>
              <a:latin typeface="Times New Roman" panose="02020603050405020304" pitchFamily="18" charset="0"/>
              <a:cs typeface="Times New Roman" panose="02020603050405020304" pitchFamily="18" charset="0"/>
            </a:endParaRPr>
          </a:p>
          <a:p>
            <a:r>
              <a:rPr lang="en-US" sz="2400" dirty="0">
                <a:solidFill>
                  <a:srgbClr val="C00000"/>
                </a:solidFill>
                <a:latin typeface="Times New Roman" panose="02020603050405020304" pitchFamily="18" charset="0"/>
                <a:cs typeface="Times New Roman" panose="02020603050405020304" pitchFamily="18" charset="0"/>
              </a:rPr>
              <a:t>OTP Verification:</a:t>
            </a:r>
          </a:p>
          <a:p>
            <a:pPr marL="0" indent="0">
              <a:buNone/>
            </a:pPr>
            <a:r>
              <a:rPr lang="en-US" sz="2400" dirty="0">
                <a:latin typeface="Times New Roman" panose="02020603050405020304" pitchFamily="18" charset="0"/>
                <a:cs typeface="Times New Roman" panose="02020603050405020304" pitchFamily="18" charset="0"/>
              </a:rPr>
              <a:t>If user select's OTP authentication, then system will send an OTP in the form of SMS on the registered mobile number which was provided by the user at the time of registration.</a:t>
            </a:r>
          </a:p>
          <a:p>
            <a:r>
              <a:rPr lang="en-US" sz="2400" dirty="0">
                <a:solidFill>
                  <a:srgbClr val="C00000"/>
                </a:solidFill>
                <a:latin typeface="Times New Roman" panose="02020603050405020304" pitchFamily="18" charset="0"/>
                <a:cs typeface="Times New Roman" panose="02020603050405020304" pitchFamily="18" charset="0"/>
              </a:rPr>
              <a:t>Scan QR Code:</a:t>
            </a:r>
          </a:p>
          <a:p>
            <a:pPr marL="0" indent="0">
              <a:buNone/>
            </a:pPr>
            <a:r>
              <a:rPr lang="en-US" sz="2400" dirty="0">
                <a:latin typeface="Times New Roman" panose="02020603050405020304" pitchFamily="18" charset="0"/>
                <a:cs typeface="Times New Roman" panose="02020603050405020304" pitchFamily="18" charset="0"/>
              </a:rPr>
              <a:t>If user select's QR code, then code is generated in backend and sent on the user's email </a:t>
            </a:r>
            <a:r>
              <a:rPr lang="en-US" sz="2400" dirty="0" err="1">
                <a:latin typeface="Times New Roman" panose="02020603050405020304" pitchFamily="18" charset="0"/>
                <a:cs typeface="Times New Roman" panose="02020603050405020304" pitchFamily="18" charset="0"/>
              </a:rPr>
              <a:t>id.User</a:t>
            </a:r>
            <a:r>
              <a:rPr lang="en-US" sz="2400" dirty="0">
                <a:latin typeface="Times New Roman" panose="02020603050405020304" pitchFamily="18" charset="0"/>
                <a:cs typeface="Times New Roman" panose="02020603050405020304" pitchFamily="18" charset="0"/>
              </a:rPr>
              <a:t> need to scan the QR Code using system webcam to validate the QR Code sent over the mail.</a:t>
            </a:r>
          </a:p>
          <a:p>
            <a:r>
              <a:rPr lang="en-US" sz="2400" dirty="0">
                <a:solidFill>
                  <a:srgbClr val="C00000"/>
                </a:solidFill>
                <a:latin typeface="Times New Roman" panose="02020603050405020304" pitchFamily="18" charset="0"/>
                <a:cs typeface="Times New Roman" panose="02020603050405020304" pitchFamily="18" charset="0"/>
              </a:rPr>
              <a:t>Main Page Access:</a:t>
            </a:r>
          </a:p>
          <a:p>
            <a:pPr marL="0" indent="0">
              <a:buNone/>
            </a:pPr>
            <a:r>
              <a:rPr lang="en-US" sz="2400" dirty="0">
                <a:latin typeface="Times New Roman" panose="02020603050405020304" pitchFamily="18" charset="0"/>
                <a:cs typeface="Times New Roman" panose="02020603050405020304" pitchFamily="18" charset="0"/>
              </a:rPr>
              <a:t>If the user passes the authentication process, then the page will be redirected to Main Page else, it will redirect to login page.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1E32E39-7F3D-DA52-81F0-AA8696F4EB03}"/>
              </a:ext>
            </a:extLst>
          </p:cNvPr>
          <p:cNvSpPr>
            <a:spLocks noGrp="1"/>
          </p:cNvSpPr>
          <p:nvPr>
            <p:ph type="sldNum" sz="quarter" idx="12"/>
          </p:nvPr>
        </p:nvSpPr>
        <p:spPr/>
        <p:txBody>
          <a:bodyPr/>
          <a:lstStyle/>
          <a:p>
            <a:fld id="{BEED9680-A590-4230-8F3F-1E362A005712}" type="slidenum">
              <a:rPr lang="en-IN" smtClean="0"/>
              <a:pPr/>
              <a:t>13</a:t>
            </a:fld>
            <a:endParaRPr lang="en-IN"/>
          </a:p>
        </p:txBody>
      </p:sp>
    </p:spTree>
    <p:extLst>
      <p:ext uri="{BB962C8B-B14F-4D97-AF65-F5344CB8AC3E}">
        <p14:creationId xmlns:p14="http://schemas.microsoft.com/office/powerpoint/2010/main" val="2188954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29F0-0CFE-734E-E199-C5F08FCDF42A}"/>
              </a:ext>
            </a:extLst>
          </p:cNvPr>
          <p:cNvSpPr>
            <a:spLocks noGrp="1"/>
          </p:cNvSpPr>
          <p:nvPr>
            <p:ph type="title"/>
          </p:nvPr>
        </p:nvSpPr>
        <p:spPr>
          <a:xfrm>
            <a:off x="419100" y="-88674"/>
            <a:ext cx="10515600" cy="1325563"/>
          </a:xfrm>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Result</a:t>
            </a:r>
          </a:p>
        </p:txBody>
      </p:sp>
      <p:pic>
        <p:nvPicPr>
          <p:cNvPr id="6" name="Content Placeholder 5">
            <a:extLst>
              <a:ext uri="{FF2B5EF4-FFF2-40B4-BE49-F238E27FC236}">
                <a16:creationId xmlns:a16="http://schemas.microsoft.com/office/drawing/2014/main" id="{F25E4C0D-3CAB-0F5C-D1FF-45CC7DFD62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439574"/>
            <a:ext cx="8762999" cy="5965882"/>
          </a:xfrm>
        </p:spPr>
      </p:pic>
      <p:sp>
        <p:nvSpPr>
          <p:cNvPr id="4" name="Slide Number Placeholder 3">
            <a:extLst>
              <a:ext uri="{FF2B5EF4-FFF2-40B4-BE49-F238E27FC236}">
                <a16:creationId xmlns:a16="http://schemas.microsoft.com/office/drawing/2014/main" id="{F1A07F4B-88D3-22B4-2372-6391D2C8D509}"/>
              </a:ext>
            </a:extLst>
          </p:cNvPr>
          <p:cNvSpPr>
            <a:spLocks noGrp="1"/>
          </p:cNvSpPr>
          <p:nvPr>
            <p:ph type="sldNum" sz="quarter" idx="12"/>
          </p:nvPr>
        </p:nvSpPr>
        <p:spPr/>
        <p:txBody>
          <a:bodyPr/>
          <a:lstStyle/>
          <a:p>
            <a:fld id="{BEED9680-A590-4230-8F3F-1E362A005712}" type="slidenum">
              <a:rPr lang="en-IN" smtClean="0"/>
              <a:pPr/>
              <a:t>14</a:t>
            </a:fld>
            <a:endParaRPr lang="en-IN"/>
          </a:p>
        </p:txBody>
      </p:sp>
    </p:spTree>
    <p:extLst>
      <p:ext uri="{BB962C8B-B14F-4D97-AF65-F5344CB8AC3E}">
        <p14:creationId xmlns:p14="http://schemas.microsoft.com/office/powerpoint/2010/main" val="2273156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4D80B-F630-777C-128A-E663DD48A0A0}"/>
              </a:ext>
            </a:extLst>
          </p:cNvPr>
          <p:cNvSpPr>
            <a:spLocks noGrp="1"/>
          </p:cNvSpPr>
          <p:nvPr>
            <p:ph type="title"/>
          </p:nvPr>
        </p:nvSpPr>
        <p:spPr>
          <a:xfrm>
            <a:off x="838200" y="500062"/>
            <a:ext cx="10515600" cy="1325563"/>
          </a:xfrm>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CC2D499-9561-9C2D-0F35-7479F3EF8062}"/>
              </a:ext>
            </a:extLst>
          </p:cNvPr>
          <p:cNvSpPr>
            <a:spLocks noGrp="1"/>
          </p:cNvSpPr>
          <p:nvPr>
            <p:ph idx="1"/>
          </p:nvPr>
        </p:nvSpPr>
        <p:spPr/>
        <p:txBody>
          <a:bodyPr/>
          <a:lstStyle/>
          <a:p>
            <a:pPr algn="just">
              <a:buFont typeface="Wingdings" panose="05000000000000000000" pitchFamily="2" charset="2"/>
              <a:buChar char="v"/>
            </a:pPr>
            <a:r>
              <a:rPr lang="en-IN" dirty="0"/>
              <a:t>  </a:t>
            </a:r>
            <a:r>
              <a:rPr lang="en-US" dirty="0">
                <a:latin typeface="Times New Roman" panose="02020603050405020304" pitchFamily="18" charset="0"/>
                <a:cs typeface="Times New Roman" panose="02020603050405020304" pitchFamily="18" charset="0"/>
              </a:rPr>
              <a:t>In conclusion, an E-Authentication System using OTP and QR code   is  a secure  and efficient way of authenticating users for online   services. The system offers an easy-to-use and accessible way for users to login securely and reduce the risk of unauthorized access.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The system’s use of OTP and QR code technologies ensures that the users identity is verified in timely and secured manner. The system’s design allows for flexibility, scalability, and ease of integration with other systems.</a:t>
            </a:r>
          </a:p>
          <a:p>
            <a:pPr>
              <a:buFont typeface="Wingdings" panose="05000000000000000000" pitchFamily="2" charset="2"/>
              <a:buChar char="v"/>
            </a:pPr>
            <a:endParaRPr lang="en-IN" dirty="0"/>
          </a:p>
        </p:txBody>
      </p:sp>
      <p:sp>
        <p:nvSpPr>
          <p:cNvPr id="4" name="Slide Number Placeholder 3">
            <a:extLst>
              <a:ext uri="{FF2B5EF4-FFF2-40B4-BE49-F238E27FC236}">
                <a16:creationId xmlns:a16="http://schemas.microsoft.com/office/drawing/2014/main" id="{0CBC7295-24EF-3895-FDF6-0526A1674729}"/>
              </a:ext>
            </a:extLst>
          </p:cNvPr>
          <p:cNvSpPr>
            <a:spLocks noGrp="1"/>
          </p:cNvSpPr>
          <p:nvPr>
            <p:ph type="sldNum" sz="quarter" idx="12"/>
          </p:nvPr>
        </p:nvSpPr>
        <p:spPr/>
        <p:txBody>
          <a:bodyPr/>
          <a:lstStyle/>
          <a:p>
            <a:fld id="{BEED9680-A590-4230-8F3F-1E362A005712}" type="slidenum">
              <a:rPr lang="en-IN" smtClean="0"/>
              <a:pPr/>
              <a:t>15</a:t>
            </a:fld>
            <a:endParaRPr lang="en-IN"/>
          </a:p>
        </p:txBody>
      </p:sp>
    </p:spTree>
    <p:extLst>
      <p:ext uri="{BB962C8B-B14F-4D97-AF65-F5344CB8AC3E}">
        <p14:creationId xmlns:p14="http://schemas.microsoft.com/office/powerpoint/2010/main" val="1894296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D278AC-7DAE-3FBB-7188-9C61F29679A5}"/>
              </a:ext>
            </a:extLst>
          </p:cNvPr>
          <p:cNvSpPr>
            <a:spLocks noGrp="1"/>
          </p:cNvSpPr>
          <p:nvPr>
            <p:ph type="sldNum" sz="quarter" idx="12"/>
          </p:nvPr>
        </p:nvSpPr>
        <p:spPr/>
        <p:txBody>
          <a:bodyPr/>
          <a:lstStyle/>
          <a:p>
            <a:fld id="{BEED9680-A590-4230-8F3F-1E362A005712}" type="slidenum">
              <a:rPr lang="en-IN" smtClean="0"/>
              <a:pPr/>
              <a:t>16</a:t>
            </a:fld>
            <a:endParaRPr lang="en-IN"/>
          </a:p>
        </p:txBody>
      </p:sp>
      <p:sp>
        <p:nvSpPr>
          <p:cNvPr id="5" name="TextBox 4">
            <a:extLst>
              <a:ext uri="{FF2B5EF4-FFF2-40B4-BE49-F238E27FC236}">
                <a16:creationId xmlns:a16="http://schemas.microsoft.com/office/drawing/2014/main" id="{9B2A91E8-0879-898C-3C36-56E163121E4C}"/>
              </a:ext>
            </a:extLst>
          </p:cNvPr>
          <p:cNvSpPr txBox="1"/>
          <p:nvPr/>
        </p:nvSpPr>
        <p:spPr>
          <a:xfrm rot="10800000" flipV="1">
            <a:off x="3344487" y="2661102"/>
            <a:ext cx="5503025" cy="1015663"/>
          </a:xfrm>
          <a:prstGeom prst="rect">
            <a:avLst/>
          </a:prstGeom>
          <a:noFill/>
        </p:spPr>
        <p:txBody>
          <a:bodyPr wrap="square" rtlCol="0">
            <a:spAutoFit/>
          </a:bodyPr>
          <a:lstStyle/>
          <a:p>
            <a:r>
              <a:rPr lang="en-IN" sz="6000" b="1" i="1" dirty="0">
                <a:solidFill>
                  <a:srgbClr val="7030A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171602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9ED553-03E5-A65C-4189-3A0ABE20136E}"/>
              </a:ext>
            </a:extLst>
          </p:cNvPr>
          <p:cNvSpPr>
            <a:spLocks noGrp="1"/>
          </p:cNvSpPr>
          <p:nvPr>
            <p:ph type="sldNum" sz="quarter" idx="12"/>
          </p:nvPr>
        </p:nvSpPr>
        <p:spPr/>
        <p:txBody>
          <a:bodyPr/>
          <a:lstStyle/>
          <a:p>
            <a:fld id="{BEED9680-A590-4230-8F3F-1E362A005712}" type="slidenum">
              <a:rPr lang="en-IN" smtClean="0"/>
              <a:pPr/>
              <a:t>17</a:t>
            </a:fld>
            <a:endParaRPr lang="en-IN"/>
          </a:p>
        </p:txBody>
      </p:sp>
      <p:sp>
        <p:nvSpPr>
          <p:cNvPr id="5" name="TextBox 4">
            <a:extLst>
              <a:ext uri="{FF2B5EF4-FFF2-40B4-BE49-F238E27FC236}">
                <a16:creationId xmlns:a16="http://schemas.microsoft.com/office/drawing/2014/main" id="{BE2812A2-8F6C-5ADD-B811-4C387D74ECAD}"/>
              </a:ext>
            </a:extLst>
          </p:cNvPr>
          <p:cNvSpPr txBox="1"/>
          <p:nvPr/>
        </p:nvSpPr>
        <p:spPr>
          <a:xfrm rot="10800000" flipV="1">
            <a:off x="3308465" y="2688412"/>
            <a:ext cx="6201295" cy="1015663"/>
          </a:xfrm>
          <a:prstGeom prst="rect">
            <a:avLst/>
          </a:prstGeom>
          <a:noFill/>
        </p:spPr>
        <p:txBody>
          <a:bodyPr wrap="square" rtlCol="0">
            <a:spAutoFit/>
          </a:bodyPr>
          <a:lstStyle/>
          <a:p>
            <a:r>
              <a:rPr lang="en-IN" sz="6000" b="1" i="1" dirty="0">
                <a:solidFill>
                  <a:srgbClr val="7030A0"/>
                </a:solidFill>
                <a:latin typeface="Times New Roman" panose="02020603050405020304" pitchFamily="18" charset="0"/>
                <a:cs typeface="Times New Roman" panose="02020603050405020304" pitchFamily="18" charset="0"/>
              </a:rPr>
              <a:t>ANY QUERIES ?</a:t>
            </a:r>
          </a:p>
        </p:txBody>
      </p:sp>
    </p:spTree>
    <p:extLst>
      <p:ext uri="{BB962C8B-B14F-4D97-AF65-F5344CB8AC3E}">
        <p14:creationId xmlns:p14="http://schemas.microsoft.com/office/powerpoint/2010/main" val="4162137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1177</TotalTime>
  <Words>1073</Words>
  <Application>Microsoft Office PowerPoint</Application>
  <PresentationFormat>Widescreen</PresentationFormat>
  <Paragraphs>128</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JAWAHARLAL NEHRU TECHNOLOGICAL UNIVERSITY HYDERABAD UNIVERSITY COLLEGE OF ENGINEERING MANTHANI Centenary Colony(Po), Pannur(Vill), Ramagiri(Mdl), Peddapalli, Telangana – 505212, India</vt:lpstr>
      <vt:lpstr>Contents</vt:lpstr>
      <vt:lpstr>Introduction</vt:lpstr>
      <vt:lpstr>Abstract</vt:lpstr>
      <vt:lpstr>Problem Statement</vt:lpstr>
      <vt:lpstr>Existing System</vt:lpstr>
      <vt:lpstr>Limitations of Existing System</vt:lpstr>
      <vt:lpstr>Proposed System</vt:lpstr>
      <vt:lpstr>System Requirement Specifications</vt:lpstr>
      <vt:lpstr>System Design</vt:lpstr>
      <vt:lpstr>PowerPoint Presentation</vt:lpstr>
      <vt:lpstr>Implementation</vt:lpstr>
      <vt:lpstr>PowerPoint Presentation</vt:lpstr>
      <vt:lpstr>Result</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shalini Gogikar</dc:creator>
  <cp:lastModifiedBy>Shravaneshwari Devunuri</cp:lastModifiedBy>
  <cp:revision>76</cp:revision>
  <dcterms:created xsi:type="dcterms:W3CDTF">2023-08-24T09:17:52Z</dcterms:created>
  <dcterms:modified xsi:type="dcterms:W3CDTF">2024-07-05T18:41:28Z</dcterms:modified>
</cp:coreProperties>
</file>